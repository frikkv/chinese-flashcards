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8" r:id="rId4"/>
    <p:sldId id="275" r:id="rId5"/>
    <p:sldId id="272" r:id="rId6"/>
    <p:sldId id="271" r:id="rId7"/>
    <p:sldId id="270" r:id="rId8"/>
    <p:sldId id="269" r:id="rId9"/>
    <p:sldId id="257" r:id="rId10"/>
    <p:sldId id="260" r:id="rId11"/>
    <p:sldId id="276" r:id="rId12"/>
    <p:sldId id="267" r:id="rId13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B100"/>
    <a:srgbClr val="663300"/>
    <a:srgbClr val="666633"/>
    <a:srgbClr val="660066"/>
    <a:srgbClr val="006600"/>
    <a:srgbClr val="339966"/>
    <a:srgbClr val="003A00"/>
    <a:srgbClr val="0033CC"/>
    <a:srgbClr val="00CC33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4D5FE0-CC39-4F03-8BB5-4E672D447202}" v="1" dt="2022-06-23T18:17:32.539"/>
    <p1510:client id="{3FE6180B-6BBD-3ED2-FD91-668E76C730B0}" v="4" dt="2022-06-24T03:18:19.148"/>
    <p1510:client id="{5F652982-D09E-F51A-22A8-331E91353184}" v="82" dt="2022-06-09T02:43:24.654"/>
    <p1510:client id="{5FEFCE89-66EA-2E79-F3C6-7E3BBC51DEEA}" v="70" dt="2022-04-08T11:54:34.175"/>
    <p1510:client id="{6736DB4B-A8EB-12F9-312A-09429A528699}" v="32" dt="2022-06-09T02:54:41.353"/>
    <p1510:client id="{7FE50264-12D7-FB82-1D96-9864438ABA57}" v="6" dt="2022-06-24T02:44:13.454"/>
    <p1510:client id="{8A910B9D-3FB4-34B8-BEA0-2A9FA0C0491B}" v="96" dt="2022-06-10T02:39:10.477"/>
    <p1510:client id="{8AD50D62-66B6-69DC-295B-DA4C9C5D8835}" v="175" dt="2022-06-09T03:14:13.939"/>
    <p1510:client id="{8E3806AF-F894-73BE-CA92-00852FD236A8}" v="67" dt="2022-06-09T04:09:00.361"/>
    <p1510:client id="{9A5A2681-E1A0-3CBB-14C3-7CF17715476C}" v="5" dt="2022-06-14T09:37:36.112"/>
    <p1510:client id="{9AA54704-E05D-2605-42B5-995B689563A7}" v="65" dt="2022-06-22T04:11:47.593"/>
    <p1510:client id="{BB3E52D2-286A-66FD-3F3D-21F430477DC3}" v="107" dt="2022-06-09T05:54:49.818"/>
    <p1510:client id="{BC3F7300-02E7-3C50-8033-336C87C226CF}" v="365" dt="2022-04-08T15:56:53.480"/>
    <p1510:client id="{DB7CD95B-5F6E-C584-BB56-8796953B9743}" v="352" dt="2022-06-06T03:25:06"/>
    <p1510:client id="{EA665D85-7654-7926-D0E6-4B2EAE535B99}" v="4" dt="2022-06-13T14:19:52.094"/>
    <p1510:client id="{EC5744BB-10AA-4CD2-22EC-19270EC36FB4}" v="16" dt="2022-04-08T12:19:40.652"/>
    <p1510:client id="{F34161F8-CCC6-414A-6ECC-D65961733295}" v="262" dt="2022-06-13T13:06:27.185"/>
    <p1510:client id="{F735790A-9443-9392-0172-16345C40BEDB}" v="13" dt="2022-06-03T09:17:51.459"/>
    <p1510:client id="{FAE404E2-049C-5FE4-7DBA-575462F32FBF}" v="38" dt="2022-06-06T03:32:05.3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fe5b8cb3964ca0fa1720a43b52db92882a961297cf67fe1d08d6553ad1a5532e::" providerId="AD" clId="Web-{5FEFCE89-66EA-2E79-F3C6-7E3BBC51DEEA}"/>
    <pc:docChg chg="addSld modSld">
      <pc:chgData name="Guest User" userId="S::urn:spo:anon#fe5b8cb3964ca0fa1720a43b52db92882a961297cf67fe1d08d6553ad1a5532e::" providerId="AD" clId="Web-{5FEFCE89-66EA-2E79-F3C6-7E3BBC51DEEA}" dt="2022-04-08T11:54:34.175" v="57" actId="20577"/>
      <pc:docMkLst>
        <pc:docMk/>
      </pc:docMkLst>
      <pc:sldChg chg="addSp delSp modSp">
        <pc:chgData name="Guest User" userId="S::urn:spo:anon#fe5b8cb3964ca0fa1720a43b52db92882a961297cf67fe1d08d6553ad1a5532e::" providerId="AD" clId="Web-{5FEFCE89-66EA-2E79-F3C6-7E3BBC51DEEA}" dt="2022-04-08T11:54:34.175" v="57" actId="20577"/>
        <pc:sldMkLst>
          <pc:docMk/>
          <pc:sldMk cId="4156349386" sldId="258"/>
        </pc:sldMkLst>
        <pc:spChg chg="add del mod">
          <ac:chgData name="Guest User" userId="S::urn:spo:anon#fe5b8cb3964ca0fa1720a43b52db92882a961297cf67fe1d08d6553ad1a5532e::" providerId="AD" clId="Web-{5FEFCE89-66EA-2E79-F3C6-7E3BBC51DEEA}" dt="2022-04-08T11:54:34.175" v="57" actId="20577"/>
          <ac:spMkLst>
            <pc:docMk/>
            <pc:sldMk cId="4156349386" sldId="258"/>
            <ac:spMk id="4" creationId="{C2DF67F8-BD21-F52B-89B0-7F968CFB9E7C}"/>
          </ac:spMkLst>
        </pc:spChg>
        <pc:spChg chg="mod">
          <ac:chgData name="Guest User" userId="S::urn:spo:anon#fe5b8cb3964ca0fa1720a43b52db92882a961297cf67fe1d08d6553ad1a5532e::" providerId="AD" clId="Web-{5FEFCE89-66EA-2E79-F3C6-7E3BBC51DEEA}" dt="2022-04-08T11:53:04.298" v="10" actId="20577"/>
          <ac:spMkLst>
            <pc:docMk/>
            <pc:sldMk cId="4156349386" sldId="258"/>
            <ac:spMk id="5" creationId="{00000000-0000-0000-0000-000000000000}"/>
          </ac:spMkLst>
        </pc:spChg>
        <pc:spChg chg="del mod">
          <ac:chgData name="Guest User" userId="S::urn:spo:anon#fe5b8cb3964ca0fa1720a43b52db92882a961297cf67fe1d08d6553ad1a5532e::" providerId="AD" clId="Web-{5FEFCE89-66EA-2E79-F3C6-7E3BBC51DEEA}" dt="2022-04-08T11:53:35.423" v="15"/>
          <ac:spMkLst>
            <pc:docMk/>
            <pc:sldMk cId="4156349386" sldId="258"/>
            <ac:spMk id="7" creationId="{9A340EEB-8B2B-2346-A50C-7CF948F32769}"/>
          </ac:spMkLst>
        </pc:spChg>
        <pc:graphicFrameChg chg="del mod modGraphic">
          <ac:chgData name="Guest User" userId="S::urn:spo:anon#fe5b8cb3964ca0fa1720a43b52db92882a961297cf67fe1d08d6553ad1a5532e::" providerId="AD" clId="Web-{5FEFCE89-66EA-2E79-F3C6-7E3BBC51DEEA}" dt="2022-04-08T11:52:50.282" v="3"/>
          <ac:graphicFrameMkLst>
            <pc:docMk/>
            <pc:sldMk cId="4156349386" sldId="258"/>
            <ac:graphicFrameMk id="2" creationId="{8800805B-4F0B-174D-B81D-DAC5CB995DA5}"/>
          </ac:graphicFrameMkLst>
        </pc:graphicFrameChg>
      </pc:sldChg>
      <pc:sldChg chg="add replId">
        <pc:chgData name="Guest User" userId="S::urn:spo:anon#fe5b8cb3964ca0fa1720a43b52db92882a961297cf67fe1d08d6553ad1a5532e::" providerId="AD" clId="Web-{5FEFCE89-66EA-2E79-F3C6-7E3BBC51DEEA}" dt="2022-04-08T11:52:44.219" v="0"/>
        <pc:sldMkLst>
          <pc:docMk/>
          <pc:sldMk cId="2754101301" sldId="268"/>
        </pc:sldMkLst>
      </pc:sldChg>
    </pc:docChg>
  </pc:docChgLst>
  <pc:docChgLst>
    <pc:chgData name="Guest User" userId="S::urn:spo:anon#fe5b8cb3964ca0fa1720a43b52db92882a961297cf67fe1d08d6553ad1a5532e::" providerId="AD" clId="Web-{BC3F7300-02E7-3C50-8033-336C87C226CF}"/>
    <pc:docChg chg="addSld delSld modSld sldOrd">
      <pc:chgData name="Guest User" userId="S::urn:spo:anon#fe5b8cb3964ca0fa1720a43b52db92882a961297cf67fe1d08d6553ad1a5532e::" providerId="AD" clId="Web-{BC3F7300-02E7-3C50-8033-336C87C226CF}" dt="2022-04-08T15:56:53.480" v="366" actId="20577"/>
      <pc:docMkLst>
        <pc:docMk/>
      </pc:docMkLst>
      <pc:sldChg chg="modSp">
        <pc:chgData name="Guest User" userId="S::urn:spo:anon#fe5b8cb3964ca0fa1720a43b52db92882a961297cf67fe1d08d6553ad1a5532e::" providerId="AD" clId="Web-{BC3F7300-02E7-3C50-8033-336C87C226CF}" dt="2022-04-08T13:41:07.028" v="167" actId="20577"/>
        <pc:sldMkLst>
          <pc:docMk/>
          <pc:sldMk cId="2032633224" sldId="263"/>
        </pc:sldMkLst>
        <pc:spChg chg="mod">
          <ac:chgData name="Guest User" userId="S::urn:spo:anon#fe5b8cb3964ca0fa1720a43b52db92882a961297cf67fe1d08d6553ad1a5532e::" providerId="AD" clId="Web-{BC3F7300-02E7-3C50-8033-336C87C226CF}" dt="2022-04-08T13:41:07.028" v="167" actId="20577"/>
          <ac:spMkLst>
            <pc:docMk/>
            <pc:sldMk cId="2032633224" sldId="263"/>
            <ac:spMk id="9" creationId="{E82A0274-A1F7-854C-A924-6481148178AA}"/>
          </ac:spMkLst>
        </pc:spChg>
      </pc:sldChg>
      <pc:sldChg chg="modSp">
        <pc:chgData name="Guest User" userId="S::urn:spo:anon#fe5b8cb3964ca0fa1720a43b52db92882a961297cf67fe1d08d6553ad1a5532e::" providerId="AD" clId="Web-{BC3F7300-02E7-3C50-8033-336C87C226CF}" dt="2022-04-08T12:19:29.173" v="39"/>
        <pc:sldMkLst>
          <pc:docMk/>
          <pc:sldMk cId="3080558385" sldId="265"/>
        </pc:sldMkLst>
        <pc:graphicFrameChg chg="mod modGraphic">
          <ac:chgData name="Guest User" userId="S::urn:spo:anon#fe5b8cb3964ca0fa1720a43b52db92882a961297cf67fe1d08d6553ad1a5532e::" providerId="AD" clId="Web-{BC3F7300-02E7-3C50-8033-336C87C226CF}" dt="2022-04-08T12:19:29.173" v="39"/>
          <ac:graphicFrameMkLst>
            <pc:docMk/>
            <pc:sldMk cId="3080558385" sldId="265"/>
            <ac:graphicFrameMk id="3" creationId="{39EFF687-EF34-FD4A-B828-3DCEFBDBDCEF}"/>
          </ac:graphicFrameMkLst>
        </pc:graphicFrameChg>
      </pc:sldChg>
      <pc:sldChg chg="modNotes">
        <pc:chgData name="Guest User" userId="S::urn:spo:anon#fe5b8cb3964ca0fa1720a43b52db92882a961297cf67fe1d08d6553ad1a5532e::" providerId="AD" clId="Web-{BC3F7300-02E7-3C50-8033-336C87C226CF}" dt="2022-04-08T13:39:25.120" v="114"/>
        <pc:sldMkLst>
          <pc:docMk/>
          <pc:sldMk cId="453471486" sldId="266"/>
        </pc:sldMkLst>
      </pc:sldChg>
      <pc:sldChg chg="addSp modSp add replId">
        <pc:chgData name="Guest User" userId="S::urn:spo:anon#fe5b8cb3964ca0fa1720a43b52db92882a961297cf67fe1d08d6553ad1a5532e::" providerId="AD" clId="Web-{BC3F7300-02E7-3C50-8033-336C87C226CF}" dt="2022-04-08T15:56:53.480" v="366" actId="20577"/>
        <pc:sldMkLst>
          <pc:docMk/>
          <pc:sldMk cId="1246634957" sldId="269"/>
        </pc:sldMkLst>
        <pc:spChg chg="add mod">
          <ac:chgData name="Guest User" userId="S::urn:spo:anon#fe5b8cb3964ca0fa1720a43b52db92882a961297cf67fe1d08d6553ad1a5532e::" providerId="AD" clId="Web-{BC3F7300-02E7-3C50-8033-336C87C226CF}" dt="2022-04-08T13:53:34.043" v="210" actId="20577"/>
          <ac:spMkLst>
            <pc:docMk/>
            <pc:sldMk cId="1246634957" sldId="269"/>
            <ac:spMk id="3" creationId="{0A828AAB-8E05-344F-3A47-DA367FCBBBEF}"/>
          </ac:spMkLst>
        </pc:spChg>
        <pc:spChg chg="add mod">
          <ac:chgData name="Guest User" userId="S::urn:spo:anon#fe5b8cb3964ca0fa1720a43b52db92882a961297cf67fe1d08d6553ad1a5532e::" providerId="AD" clId="Web-{BC3F7300-02E7-3C50-8033-336C87C226CF}" dt="2022-04-08T14:37:36.129" v="258" actId="20577"/>
          <ac:spMkLst>
            <pc:docMk/>
            <pc:sldMk cId="1246634957" sldId="269"/>
            <ac:spMk id="8" creationId="{9DCFD1AB-BF8F-85EC-0DC3-D07B3D61F7D6}"/>
          </ac:spMkLst>
        </pc:spChg>
        <pc:spChg chg="mod">
          <ac:chgData name="Guest User" userId="S::urn:spo:anon#fe5b8cb3964ca0fa1720a43b52db92882a961297cf67fe1d08d6553ad1a5532e::" providerId="AD" clId="Web-{BC3F7300-02E7-3C50-8033-336C87C226CF}" dt="2022-04-08T15:56:53.480" v="366" actId="20577"/>
          <ac:spMkLst>
            <pc:docMk/>
            <pc:sldMk cId="1246634957" sldId="269"/>
            <ac:spMk id="9" creationId="{E82A0274-A1F7-854C-A924-6481148178AA}"/>
          </ac:spMkLst>
        </pc:spChg>
        <pc:picChg chg="add mod">
          <ac:chgData name="Guest User" userId="S::urn:spo:anon#fe5b8cb3964ca0fa1720a43b52db92882a961297cf67fe1d08d6553ad1a5532e::" providerId="AD" clId="Web-{BC3F7300-02E7-3C50-8033-336C87C226CF}" dt="2022-04-08T13:54:08.497" v="212" actId="1076"/>
          <ac:picMkLst>
            <pc:docMk/>
            <pc:sldMk cId="1246634957" sldId="269"/>
            <ac:picMk id="2" creationId="{54C18A20-291D-AAB7-C276-BA8263DE236D}"/>
          </ac:picMkLst>
        </pc:picChg>
        <pc:picChg chg="add mod">
          <ac:chgData name="Guest User" userId="S::urn:spo:anon#fe5b8cb3964ca0fa1720a43b52db92882a961297cf67fe1d08d6553ad1a5532e::" providerId="AD" clId="Web-{BC3F7300-02E7-3C50-8033-336C87C226CF}" dt="2022-04-08T14:18:09.584" v="220" actId="1076"/>
          <ac:picMkLst>
            <pc:docMk/>
            <pc:sldMk cId="1246634957" sldId="269"/>
            <ac:picMk id="7" creationId="{84F2FA99-0DA1-9236-99A1-1713F7918BFA}"/>
          </ac:picMkLst>
        </pc:picChg>
      </pc:sldChg>
      <pc:sldChg chg="addSp modSp add del replId">
        <pc:chgData name="Guest User" userId="S::urn:spo:anon#fe5b8cb3964ca0fa1720a43b52db92882a961297cf67fe1d08d6553ad1a5532e::" providerId="AD" clId="Web-{BC3F7300-02E7-3C50-8033-336C87C226CF}" dt="2022-04-08T13:39:27.448" v="115"/>
        <pc:sldMkLst>
          <pc:docMk/>
          <pc:sldMk cId="1448410222" sldId="270"/>
        </pc:sldMkLst>
        <pc:spChg chg="add mod">
          <ac:chgData name="Guest User" userId="S::urn:spo:anon#fe5b8cb3964ca0fa1720a43b52db92882a961297cf67fe1d08d6553ad1a5532e::" providerId="AD" clId="Web-{BC3F7300-02E7-3C50-8033-336C87C226CF}" dt="2022-04-08T13:38:42.275" v="61" actId="20577"/>
          <ac:spMkLst>
            <pc:docMk/>
            <pc:sldMk cId="1448410222" sldId="270"/>
            <ac:spMk id="2" creationId="{8E95F6D5-C12E-151D-5B83-058FAA01C9AB}"/>
          </ac:spMkLst>
        </pc:spChg>
        <pc:spChg chg="mod">
          <ac:chgData name="Guest User" userId="S::urn:spo:anon#fe5b8cb3964ca0fa1720a43b52db92882a961297cf67fe1d08d6553ad1a5532e::" providerId="AD" clId="Web-{BC3F7300-02E7-3C50-8033-336C87C226CF}" dt="2022-04-08T12:23:02.130" v="58" actId="20577"/>
          <ac:spMkLst>
            <pc:docMk/>
            <pc:sldMk cId="1448410222" sldId="270"/>
            <ac:spMk id="9" creationId="{E82A0274-A1F7-854C-A924-6481148178AA}"/>
          </ac:spMkLst>
        </pc:spChg>
      </pc:sldChg>
      <pc:sldChg chg="modSp add ord replId">
        <pc:chgData name="Guest User" userId="S::urn:spo:anon#fe5b8cb3964ca0fa1720a43b52db92882a961297cf67fe1d08d6553ad1a5532e::" providerId="AD" clId="Web-{BC3F7300-02E7-3C50-8033-336C87C226CF}" dt="2022-04-08T15:56:28.949" v="363" actId="20577"/>
        <pc:sldMkLst>
          <pc:docMk/>
          <pc:sldMk cId="1828759812" sldId="270"/>
        </pc:sldMkLst>
        <pc:spChg chg="mod">
          <ac:chgData name="Guest User" userId="S::urn:spo:anon#fe5b8cb3964ca0fa1720a43b52db92882a961297cf67fe1d08d6553ad1a5532e::" providerId="AD" clId="Web-{BC3F7300-02E7-3C50-8033-336C87C226CF}" dt="2022-04-08T15:56:13.901" v="361" actId="20577"/>
          <ac:spMkLst>
            <pc:docMk/>
            <pc:sldMk cId="1828759812" sldId="270"/>
            <ac:spMk id="5" creationId="{00000000-0000-0000-0000-000000000000}"/>
          </ac:spMkLst>
        </pc:spChg>
        <pc:spChg chg="mod">
          <ac:chgData name="Guest User" userId="S::urn:spo:anon#fe5b8cb3964ca0fa1720a43b52db92882a961297cf67fe1d08d6553ad1a5532e::" providerId="AD" clId="Web-{BC3F7300-02E7-3C50-8033-336C87C226CF}" dt="2022-04-08T15:54:25.759" v="357" actId="20577"/>
          <ac:spMkLst>
            <pc:docMk/>
            <pc:sldMk cId="1828759812" sldId="270"/>
            <ac:spMk id="8" creationId="{9DCFD1AB-BF8F-85EC-0DC3-D07B3D61F7D6}"/>
          </ac:spMkLst>
        </pc:spChg>
        <pc:spChg chg="mod">
          <ac:chgData name="Guest User" userId="S::urn:spo:anon#fe5b8cb3964ca0fa1720a43b52db92882a961297cf67fe1d08d6553ad1a5532e::" providerId="AD" clId="Web-{BC3F7300-02E7-3C50-8033-336C87C226CF}" dt="2022-04-08T15:56:28.949" v="363" actId="20577"/>
          <ac:spMkLst>
            <pc:docMk/>
            <pc:sldMk cId="1828759812" sldId="270"/>
            <ac:spMk id="9" creationId="{E82A0274-A1F7-854C-A924-6481148178AA}"/>
          </ac:spMkLst>
        </pc:spChg>
      </pc:sldChg>
    </pc:docChg>
  </pc:docChgLst>
  <pc:docChgLst>
    <pc:chgData name="Tong ZHOU" userId="S::lczhoutong@ust.hk::87cffab1-5c12-4ef9-b76c-5aed18ea936e" providerId="AD" clId="Web-{6736DB4B-A8EB-12F9-312A-09429A528699}"/>
    <pc:docChg chg="addSld delSld modSld">
      <pc:chgData name="Tong ZHOU" userId="S::lczhoutong@ust.hk::87cffab1-5c12-4ef9-b76c-5aed18ea936e" providerId="AD" clId="Web-{6736DB4B-A8EB-12F9-312A-09429A528699}" dt="2022-06-09T02:54:41.353" v="29" actId="1076"/>
      <pc:docMkLst>
        <pc:docMk/>
      </pc:docMkLst>
      <pc:sldChg chg="modSp">
        <pc:chgData name="Tong ZHOU" userId="S::lczhoutong@ust.hk::87cffab1-5c12-4ef9-b76c-5aed18ea936e" providerId="AD" clId="Web-{6736DB4B-A8EB-12F9-312A-09429A528699}" dt="2022-06-09T02:44:02.307" v="12" actId="20577"/>
        <pc:sldMkLst>
          <pc:docMk/>
          <pc:sldMk cId="4156349386" sldId="258"/>
        </pc:sldMkLst>
        <pc:spChg chg="mod">
          <ac:chgData name="Tong ZHOU" userId="S::lczhoutong@ust.hk::87cffab1-5c12-4ef9-b76c-5aed18ea936e" providerId="AD" clId="Web-{6736DB4B-A8EB-12F9-312A-09429A528699}" dt="2022-06-09T02:44:02.307" v="12" actId="20577"/>
          <ac:spMkLst>
            <pc:docMk/>
            <pc:sldMk cId="4156349386" sldId="258"/>
            <ac:spMk id="4" creationId="{C2DF67F8-BD21-F52B-89B0-7F968CFB9E7C}"/>
          </ac:spMkLst>
        </pc:spChg>
        <pc:spChg chg="mod">
          <ac:chgData name="Tong ZHOU" userId="S::lczhoutong@ust.hk::87cffab1-5c12-4ef9-b76c-5aed18ea936e" providerId="AD" clId="Web-{6736DB4B-A8EB-12F9-312A-09429A528699}" dt="2022-06-09T02:39:29.707" v="1" actId="20577"/>
          <ac:spMkLst>
            <pc:docMk/>
            <pc:sldMk cId="4156349386" sldId="258"/>
            <ac:spMk id="5" creationId="{00000000-0000-0000-0000-000000000000}"/>
          </ac:spMkLst>
        </pc:spChg>
      </pc:sldChg>
      <pc:sldChg chg="del">
        <pc:chgData name="Tong ZHOU" userId="S::lczhoutong@ust.hk::87cffab1-5c12-4ef9-b76c-5aed18ea936e" providerId="AD" clId="Web-{6736DB4B-A8EB-12F9-312A-09429A528699}" dt="2022-06-09T02:53:34.335" v="19"/>
        <pc:sldMkLst>
          <pc:docMk/>
          <pc:sldMk cId="617139678" sldId="262"/>
        </pc:sldMkLst>
      </pc:sldChg>
      <pc:sldChg chg="del">
        <pc:chgData name="Tong ZHOU" userId="S::lczhoutong@ust.hk::87cffab1-5c12-4ef9-b76c-5aed18ea936e" providerId="AD" clId="Web-{6736DB4B-A8EB-12F9-312A-09429A528699}" dt="2022-06-09T02:53:34.335" v="17"/>
        <pc:sldMkLst>
          <pc:docMk/>
          <pc:sldMk cId="2032633224" sldId="263"/>
        </pc:sldMkLst>
      </pc:sldChg>
      <pc:sldChg chg="del">
        <pc:chgData name="Tong ZHOU" userId="S::lczhoutong@ust.hk::87cffab1-5c12-4ef9-b76c-5aed18ea936e" providerId="AD" clId="Web-{6736DB4B-A8EB-12F9-312A-09429A528699}" dt="2022-06-09T02:53:34.335" v="18"/>
        <pc:sldMkLst>
          <pc:docMk/>
          <pc:sldMk cId="4070258633" sldId="264"/>
        </pc:sldMkLst>
      </pc:sldChg>
      <pc:sldChg chg="del">
        <pc:chgData name="Tong ZHOU" userId="S::lczhoutong@ust.hk::87cffab1-5c12-4ef9-b76c-5aed18ea936e" providerId="AD" clId="Web-{6736DB4B-A8EB-12F9-312A-09429A528699}" dt="2022-06-09T02:53:34.320" v="15"/>
        <pc:sldMkLst>
          <pc:docMk/>
          <pc:sldMk cId="3080558385" sldId="265"/>
        </pc:sldMkLst>
      </pc:sldChg>
      <pc:sldChg chg="del">
        <pc:chgData name="Tong ZHOU" userId="S::lczhoutong@ust.hk::87cffab1-5c12-4ef9-b76c-5aed18ea936e" providerId="AD" clId="Web-{6736DB4B-A8EB-12F9-312A-09429A528699}" dt="2022-06-09T02:53:34.320" v="13"/>
        <pc:sldMkLst>
          <pc:docMk/>
          <pc:sldMk cId="453471486" sldId="266"/>
        </pc:sldMkLst>
      </pc:sldChg>
      <pc:sldChg chg="modSp">
        <pc:chgData name="Tong ZHOU" userId="S::lczhoutong@ust.hk::87cffab1-5c12-4ef9-b76c-5aed18ea936e" providerId="AD" clId="Web-{6736DB4B-A8EB-12F9-312A-09429A528699}" dt="2022-06-09T02:54:41.353" v="29" actId="1076"/>
        <pc:sldMkLst>
          <pc:docMk/>
          <pc:sldMk cId="2754101301" sldId="268"/>
        </pc:sldMkLst>
        <pc:spChg chg="mod">
          <ac:chgData name="Tong ZHOU" userId="S::lczhoutong@ust.hk::87cffab1-5c12-4ef9-b76c-5aed18ea936e" providerId="AD" clId="Web-{6736DB4B-A8EB-12F9-312A-09429A528699}" dt="2022-06-09T02:54:32.384" v="28" actId="20577"/>
          <ac:spMkLst>
            <pc:docMk/>
            <pc:sldMk cId="2754101301" sldId="268"/>
            <ac:spMk id="7" creationId="{9A340EEB-8B2B-2346-A50C-7CF948F32769}"/>
          </ac:spMkLst>
        </pc:spChg>
        <pc:graphicFrameChg chg="mod">
          <ac:chgData name="Tong ZHOU" userId="S::lczhoutong@ust.hk::87cffab1-5c12-4ef9-b76c-5aed18ea936e" providerId="AD" clId="Web-{6736DB4B-A8EB-12F9-312A-09429A528699}" dt="2022-06-09T02:54:41.353" v="29" actId="1076"/>
          <ac:graphicFrameMkLst>
            <pc:docMk/>
            <pc:sldMk cId="2754101301" sldId="268"/>
            <ac:graphicFrameMk id="2" creationId="{8800805B-4F0B-174D-B81D-DAC5CB995DA5}"/>
          </ac:graphicFrameMkLst>
        </pc:graphicFrameChg>
      </pc:sldChg>
      <pc:sldChg chg="add">
        <pc:chgData name="Tong ZHOU" userId="S::lczhoutong@ust.hk::87cffab1-5c12-4ef9-b76c-5aed18ea936e" providerId="AD" clId="Web-{6736DB4B-A8EB-12F9-312A-09429A528699}" dt="2022-06-09T02:53:42.445" v="20"/>
        <pc:sldMkLst>
          <pc:docMk/>
          <pc:sldMk cId="221454032" sldId="269"/>
        </pc:sldMkLst>
      </pc:sldChg>
      <pc:sldChg chg="del">
        <pc:chgData name="Tong ZHOU" userId="S::lczhoutong@ust.hk::87cffab1-5c12-4ef9-b76c-5aed18ea936e" providerId="AD" clId="Web-{6736DB4B-A8EB-12F9-312A-09429A528699}" dt="2022-06-09T02:53:34.320" v="16"/>
        <pc:sldMkLst>
          <pc:docMk/>
          <pc:sldMk cId="1246634957" sldId="269"/>
        </pc:sldMkLst>
      </pc:sldChg>
      <pc:sldChg chg="add">
        <pc:chgData name="Tong ZHOU" userId="S::lczhoutong@ust.hk::87cffab1-5c12-4ef9-b76c-5aed18ea936e" providerId="AD" clId="Web-{6736DB4B-A8EB-12F9-312A-09429A528699}" dt="2022-06-09T02:53:42.601" v="21"/>
        <pc:sldMkLst>
          <pc:docMk/>
          <pc:sldMk cId="330103145" sldId="270"/>
        </pc:sldMkLst>
      </pc:sldChg>
      <pc:sldChg chg="del">
        <pc:chgData name="Tong ZHOU" userId="S::lczhoutong@ust.hk::87cffab1-5c12-4ef9-b76c-5aed18ea936e" providerId="AD" clId="Web-{6736DB4B-A8EB-12F9-312A-09429A528699}" dt="2022-06-09T02:53:34.320" v="14"/>
        <pc:sldMkLst>
          <pc:docMk/>
          <pc:sldMk cId="1828759812" sldId="270"/>
        </pc:sldMkLst>
      </pc:sldChg>
      <pc:sldChg chg="add">
        <pc:chgData name="Tong ZHOU" userId="S::lczhoutong@ust.hk::87cffab1-5c12-4ef9-b76c-5aed18ea936e" providerId="AD" clId="Web-{6736DB4B-A8EB-12F9-312A-09429A528699}" dt="2022-06-09T02:53:42.726" v="22"/>
        <pc:sldMkLst>
          <pc:docMk/>
          <pc:sldMk cId="674314525" sldId="271"/>
        </pc:sldMkLst>
      </pc:sldChg>
      <pc:sldChg chg="add">
        <pc:chgData name="Tong ZHOU" userId="S::lczhoutong@ust.hk::87cffab1-5c12-4ef9-b76c-5aed18ea936e" providerId="AD" clId="Web-{6736DB4B-A8EB-12F9-312A-09429A528699}" dt="2022-06-09T02:53:42.851" v="23"/>
        <pc:sldMkLst>
          <pc:docMk/>
          <pc:sldMk cId="2993353710" sldId="272"/>
        </pc:sldMkLst>
      </pc:sldChg>
      <pc:sldChg chg="add">
        <pc:chgData name="Tong ZHOU" userId="S::lczhoutong@ust.hk::87cffab1-5c12-4ef9-b76c-5aed18ea936e" providerId="AD" clId="Web-{6736DB4B-A8EB-12F9-312A-09429A528699}" dt="2022-06-09T02:53:42.961" v="24"/>
        <pc:sldMkLst>
          <pc:docMk/>
          <pc:sldMk cId="3015507862" sldId="273"/>
        </pc:sldMkLst>
      </pc:sldChg>
      <pc:sldChg chg="add">
        <pc:chgData name="Tong ZHOU" userId="S::lczhoutong@ust.hk::87cffab1-5c12-4ef9-b76c-5aed18ea936e" providerId="AD" clId="Web-{6736DB4B-A8EB-12F9-312A-09429A528699}" dt="2022-06-09T02:53:43.054" v="25"/>
        <pc:sldMkLst>
          <pc:docMk/>
          <pc:sldMk cId="1492711563" sldId="274"/>
        </pc:sldMkLst>
      </pc:sldChg>
      <pc:sldChg chg="add">
        <pc:chgData name="Tong ZHOU" userId="S::lczhoutong@ust.hk::87cffab1-5c12-4ef9-b76c-5aed18ea936e" providerId="AD" clId="Web-{6736DB4B-A8EB-12F9-312A-09429A528699}" dt="2022-06-09T02:53:43.148" v="26"/>
        <pc:sldMkLst>
          <pc:docMk/>
          <pc:sldMk cId="1538965672" sldId="275"/>
        </pc:sldMkLst>
      </pc:sldChg>
    </pc:docChg>
  </pc:docChgLst>
  <pc:docChgLst>
    <pc:chgData name="Tong ZHOU" userId="S::lczhoutong@ust.hk::87cffab1-5c12-4ef9-b76c-5aed18ea936e" providerId="AD" clId="Web-{D1764E92-0BEC-8F9D-988E-7F3E97F3035A}"/>
    <pc:docChg chg="modSld">
      <pc:chgData name="Tong ZHOU" userId="S::lczhoutong@ust.hk::87cffab1-5c12-4ef9-b76c-5aed18ea936e" providerId="AD" clId="Web-{D1764E92-0BEC-8F9D-988E-7F3E97F3035A}" dt="2022-06-24T02:16:26.928" v="50"/>
      <pc:docMkLst>
        <pc:docMk/>
      </pc:docMkLst>
      <pc:sldChg chg="modNotes">
        <pc:chgData name="Tong ZHOU" userId="S::lczhoutong@ust.hk::87cffab1-5c12-4ef9-b76c-5aed18ea936e" providerId="AD" clId="Web-{D1764E92-0BEC-8F9D-988E-7F3E97F3035A}" dt="2022-06-24T02:00:25.515" v="0"/>
        <pc:sldMkLst>
          <pc:docMk/>
          <pc:sldMk cId="4156349386" sldId="258"/>
        </pc:sldMkLst>
      </pc:sldChg>
      <pc:sldChg chg="modNotes">
        <pc:chgData name="Tong ZHOU" userId="S::lczhoutong@ust.hk::87cffab1-5c12-4ef9-b76c-5aed18ea936e" providerId="AD" clId="Web-{D1764E92-0BEC-8F9D-988E-7F3E97F3035A}" dt="2022-06-24T02:09:10.746" v="9"/>
        <pc:sldMkLst>
          <pc:docMk/>
          <pc:sldMk cId="2754101301" sldId="268"/>
        </pc:sldMkLst>
      </pc:sldChg>
      <pc:sldChg chg="modNotes">
        <pc:chgData name="Tong ZHOU" userId="S::lczhoutong@ust.hk::87cffab1-5c12-4ef9-b76c-5aed18ea936e" providerId="AD" clId="Web-{D1764E92-0BEC-8F9D-988E-7F3E97F3035A}" dt="2022-06-24T02:16:26.928" v="50"/>
        <pc:sldMkLst>
          <pc:docMk/>
          <pc:sldMk cId="2993353710" sldId="272"/>
        </pc:sldMkLst>
      </pc:sldChg>
      <pc:sldChg chg="modNotes">
        <pc:chgData name="Tong ZHOU" userId="S::lczhoutong@ust.hk::87cffab1-5c12-4ef9-b76c-5aed18ea936e" providerId="AD" clId="Web-{D1764E92-0BEC-8F9D-988E-7F3E97F3035A}" dt="2022-06-24T02:13:37.830" v="37"/>
        <pc:sldMkLst>
          <pc:docMk/>
          <pc:sldMk cId="1538965672" sldId="275"/>
        </pc:sldMkLst>
      </pc:sldChg>
    </pc:docChg>
  </pc:docChgLst>
  <pc:docChgLst>
    <pc:chgData name="Tong ZHOU" userId="S::lczhoutong@ust.hk::87cffab1-5c12-4ef9-b76c-5aed18ea936e" providerId="AD" clId="Web-{8A910B9D-3FB4-34B8-BEA0-2A9FA0C0491B}"/>
    <pc:docChg chg="modSld">
      <pc:chgData name="Tong ZHOU" userId="S::lczhoutong@ust.hk::87cffab1-5c12-4ef9-b76c-5aed18ea936e" providerId="AD" clId="Web-{8A910B9D-3FB4-34B8-BEA0-2A9FA0C0491B}" dt="2022-06-10T02:39:10.477" v="99" actId="20577"/>
      <pc:docMkLst>
        <pc:docMk/>
      </pc:docMkLst>
      <pc:sldChg chg="addAnim modAnim">
        <pc:chgData name="Tong ZHOU" userId="S::lczhoutong@ust.hk::87cffab1-5c12-4ef9-b76c-5aed18ea936e" providerId="AD" clId="Web-{8A910B9D-3FB4-34B8-BEA0-2A9FA0C0491B}" dt="2022-06-10T02:33:23.407" v="3"/>
        <pc:sldMkLst>
          <pc:docMk/>
          <pc:sldMk cId="2754101301" sldId="268"/>
        </pc:sldMkLst>
      </pc:sldChg>
      <pc:sldChg chg="modSp">
        <pc:chgData name="Tong ZHOU" userId="S::lczhoutong@ust.hk::87cffab1-5c12-4ef9-b76c-5aed18ea936e" providerId="AD" clId="Web-{8A910B9D-3FB4-34B8-BEA0-2A9FA0C0491B}" dt="2022-06-10T02:39:10.477" v="99" actId="20577"/>
        <pc:sldMkLst>
          <pc:docMk/>
          <pc:sldMk cId="330103145" sldId="270"/>
        </pc:sldMkLst>
        <pc:spChg chg="mod">
          <ac:chgData name="Tong ZHOU" userId="S::lczhoutong@ust.hk::87cffab1-5c12-4ef9-b76c-5aed18ea936e" providerId="AD" clId="Web-{8A910B9D-3FB4-34B8-BEA0-2A9FA0C0491B}" dt="2022-06-10T02:38:08.101" v="80" actId="20577"/>
          <ac:spMkLst>
            <pc:docMk/>
            <pc:sldMk cId="330103145" sldId="270"/>
            <ac:spMk id="8" creationId="{9DCFD1AB-BF8F-85EC-0DC3-D07B3D61F7D6}"/>
          </ac:spMkLst>
        </pc:spChg>
        <pc:spChg chg="mod">
          <ac:chgData name="Tong ZHOU" userId="S::lczhoutong@ust.hk::87cffab1-5c12-4ef9-b76c-5aed18ea936e" providerId="AD" clId="Web-{8A910B9D-3FB4-34B8-BEA0-2A9FA0C0491B}" dt="2022-06-10T02:39:10.477" v="99" actId="20577"/>
          <ac:spMkLst>
            <pc:docMk/>
            <pc:sldMk cId="330103145" sldId="270"/>
            <ac:spMk id="9" creationId="{E82A0274-A1F7-854C-A924-6481148178AA}"/>
          </ac:spMkLst>
        </pc:spChg>
        <pc:graphicFrameChg chg="mod modGraphic">
          <ac:chgData name="Tong ZHOU" userId="S::lczhoutong@ust.hk::87cffab1-5c12-4ef9-b76c-5aed18ea936e" providerId="AD" clId="Web-{8A910B9D-3FB4-34B8-BEA0-2A9FA0C0491B}" dt="2022-06-10T02:39:02.086" v="97"/>
          <ac:graphicFrameMkLst>
            <pc:docMk/>
            <pc:sldMk cId="330103145" sldId="270"/>
            <ac:graphicFrameMk id="10" creationId="{1C3C155D-D88A-E839-1B14-8AF44045A89F}"/>
          </ac:graphicFrameMkLst>
        </pc:graphicFrameChg>
      </pc:sldChg>
      <pc:sldChg chg="delSp modSp modNotes">
        <pc:chgData name="Tong ZHOU" userId="S::lczhoutong@ust.hk::87cffab1-5c12-4ef9-b76c-5aed18ea936e" providerId="AD" clId="Web-{8A910B9D-3FB4-34B8-BEA0-2A9FA0C0491B}" dt="2022-06-10T02:37:21.459" v="71" actId="1076"/>
        <pc:sldMkLst>
          <pc:docMk/>
          <pc:sldMk cId="674314525" sldId="271"/>
        </pc:sldMkLst>
        <pc:spChg chg="mod">
          <ac:chgData name="Tong ZHOU" userId="S::lczhoutong@ust.hk::87cffab1-5c12-4ef9-b76c-5aed18ea936e" providerId="AD" clId="Web-{8A910B9D-3FB4-34B8-BEA0-2A9FA0C0491B}" dt="2022-06-10T02:37:19.022" v="70" actId="14100"/>
          <ac:spMkLst>
            <pc:docMk/>
            <pc:sldMk cId="674314525" sldId="271"/>
            <ac:spMk id="2" creationId="{E0A5DADD-E81D-914D-BC76-212E16B20FA0}"/>
          </ac:spMkLst>
        </pc:spChg>
        <pc:spChg chg="del">
          <ac:chgData name="Tong ZHOU" userId="S::lczhoutong@ust.hk::87cffab1-5c12-4ef9-b76c-5aed18ea936e" providerId="AD" clId="Web-{8A910B9D-3FB4-34B8-BEA0-2A9FA0C0491B}" dt="2022-06-10T02:36:59.084" v="65"/>
          <ac:spMkLst>
            <pc:docMk/>
            <pc:sldMk cId="674314525" sldId="271"/>
            <ac:spMk id="11" creationId="{499936B8-3A57-1742-98A4-944C75A077F7}"/>
          </ac:spMkLst>
        </pc:spChg>
        <pc:graphicFrameChg chg="mod modGraphic">
          <ac:chgData name="Tong ZHOU" userId="S::lczhoutong@ust.hk::87cffab1-5c12-4ef9-b76c-5aed18ea936e" providerId="AD" clId="Web-{8A910B9D-3FB4-34B8-BEA0-2A9FA0C0491B}" dt="2022-06-10T02:37:21.459" v="71" actId="1076"/>
          <ac:graphicFrameMkLst>
            <pc:docMk/>
            <pc:sldMk cId="674314525" sldId="271"/>
            <ac:graphicFrameMk id="3" creationId="{39EFF687-EF34-FD4A-B828-3DCEFBDBDCEF}"/>
          </ac:graphicFrameMkLst>
        </pc:graphicFrameChg>
      </pc:sldChg>
      <pc:sldChg chg="modNotes">
        <pc:chgData name="Tong ZHOU" userId="S::lczhoutong@ust.hk::87cffab1-5c12-4ef9-b76c-5aed18ea936e" providerId="AD" clId="Web-{8A910B9D-3FB4-34B8-BEA0-2A9FA0C0491B}" dt="2022-06-10T02:35:35.457" v="19"/>
        <pc:sldMkLst>
          <pc:docMk/>
          <pc:sldMk cId="2993353710" sldId="272"/>
        </pc:sldMkLst>
      </pc:sldChg>
    </pc:docChg>
  </pc:docChgLst>
  <pc:docChgLst>
    <pc:chgData name="Guest User" userId="S::urn:spo:anon#fe5b8cb3964ca0fa1720a43b52db92882a961297cf67fe1d08d6553ad1a5532e::" providerId="AD" clId="Web-{A8E5EA40-AFBD-9B2A-4BAE-037BDFC8000A}"/>
    <pc:docChg chg="modSld">
      <pc:chgData name="Guest User" userId="S::urn:spo:anon#fe5b8cb3964ca0fa1720a43b52db92882a961297cf67fe1d08d6553ad1a5532e::" providerId="AD" clId="Web-{A8E5EA40-AFBD-9B2A-4BAE-037BDFC8000A}" dt="2022-06-24T02:25:27.044" v="38"/>
      <pc:docMkLst>
        <pc:docMk/>
      </pc:docMkLst>
      <pc:sldChg chg="modNotes">
        <pc:chgData name="Guest User" userId="S::urn:spo:anon#fe5b8cb3964ca0fa1720a43b52db92882a961297cf67fe1d08d6553ad1a5532e::" providerId="AD" clId="Web-{A8E5EA40-AFBD-9B2A-4BAE-037BDFC8000A}" dt="2022-06-24T02:25:27.044" v="38"/>
        <pc:sldMkLst>
          <pc:docMk/>
          <pc:sldMk cId="674314525" sldId="271"/>
        </pc:sldMkLst>
      </pc:sldChg>
    </pc:docChg>
  </pc:docChgLst>
  <pc:docChgLst>
    <pc:chgData name="WANG Rouying" userId="S::rwangbx_connect.ust.hk#ext#@gohkust.onmicrosoft.com::ace06d19-ae42-4bfd-8bc6-a5d1593afbae" providerId="AD" clId="Web-{234D5FE0-CC39-4F03-8BB5-4E672D447202}"/>
    <pc:docChg chg="modSld">
      <pc:chgData name="WANG Rouying" userId="S::rwangbx_connect.ust.hk#ext#@gohkust.onmicrosoft.com::ace06d19-ae42-4bfd-8bc6-a5d1593afbae" providerId="AD" clId="Web-{234D5FE0-CC39-4F03-8BB5-4E672D447202}" dt="2022-06-23T18:17:29.930" v="3"/>
      <pc:docMkLst>
        <pc:docMk/>
      </pc:docMkLst>
      <pc:sldChg chg="modNotes">
        <pc:chgData name="WANG Rouying" userId="S::rwangbx_connect.ust.hk#ext#@gohkust.onmicrosoft.com::ace06d19-ae42-4bfd-8bc6-a5d1593afbae" providerId="AD" clId="Web-{234D5FE0-CC39-4F03-8BB5-4E672D447202}" dt="2022-06-23T18:17:29.930" v="3"/>
        <pc:sldMkLst>
          <pc:docMk/>
          <pc:sldMk cId="2993353710" sldId="272"/>
        </pc:sldMkLst>
      </pc:sldChg>
    </pc:docChg>
  </pc:docChgLst>
  <pc:docChgLst>
    <pc:chgData name="Guest User" userId="S::urn:spo:anon#fe5b8cb3964ca0fa1720a43b52db92882a961297cf67fe1d08d6553ad1a5532e::" providerId="AD" clId="Web-{F34161F8-CCC6-414A-6ECC-D65961733295}"/>
    <pc:docChg chg="addSld delSld modSld">
      <pc:chgData name="Guest User" userId="S::urn:spo:anon#fe5b8cb3964ca0fa1720a43b52db92882a961297cf67fe1d08d6553ad1a5532e::" providerId="AD" clId="Web-{F34161F8-CCC6-414A-6ECC-D65961733295}" dt="2022-06-13T13:10:57.943" v="287"/>
      <pc:docMkLst>
        <pc:docMk/>
      </pc:docMkLst>
      <pc:sldChg chg="modSp">
        <pc:chgData name="Guest User" userId="S::urn:spo:anon#fe5b8cb3964ca0fa1720a43b52db92882a961297cf67fe1d08d6553ad1a5532e::" providerId="AD" clId="Web-{F34161F8-CCC6-414A-6ECC-D65961733295}" dt="2022-06-13T13:04:35.636" v="213" actId="20577"/>
        <pc:sldMkLst>
          <pc:docMk/>
          <pc:sldMk cId="1870551462" sldId="260"/>
        </pc:sldMkLst>
        <pc:spChg chg="mod">
          <ac:chgData name="Guest User" userId="S::urn:spo:anon#fe5b8cb3964ca0fa1720a43b52db92882a961297cf67fe1d08d6553ad1a5532e::" providerId="AD" clId="Web-{F34161F8-CCC6-414A-6ECC-D65961733295}" dt="2022-06-13T13:04:35.636" v="213" actId="20577"/>
          <ac:spMkLst>
            <pc:docMk/>
            <pc:sldMk cId="1870551462" sldId="260"/>
            <ac:spMk id="9" creationId="{E82A0274-A1F7-854C-A924-6481148178AA}"/>
          </ac:spMkLst>
        </pc:spChg>
      </pc:sldChg>
      <pc:sldChg chg="modSp del">
        <pc:chgData name="Guest User" userId="S::urn:spo:anon#fe5b8cb3964ca0fa1720a43b52db92882a961297cf67fe1d08d6553ad1a5532e::" providerId="AD" clId="Web-{F34161F8-CCC6-414A-6ECC-D65961733295}" dt="2022-06-13T08:54:01.571" v="135"/>
        <pc:sldMkLst>
          <pc:docMk/>
          <pc:sldMk cId="2869592802" sldId="261"/>
        </pc:sldMkLst>
        <pc:spChg chg="mod">
          <ac:chgData name="Guest User" userId="S::urn:spo:anon#fe5b8cb3964ca0fa1720a43b52db92882a961297cf67fe1d08d6553ad1a5532e::" providerId="AD" clId="Web-{F34161F8-CCC6-414A-6ECC-D65961733295}" dt="2022-06-13T08:49:15.954" v="73" actId="1076"/>
          <ac:spMkLst>
            <pc:docMk/>
            <pc:sldMk cId="2869592802" sldId="261"/>
            <ac:spMk id="3" creationId="{DF20701E-AA1D-9549-BBF2-31DB91650804}"/>
          </ac:spMkLst>
        </pc:spChg>
      </pc:sldChg>
      <pc:sldChg chg="addSp delSp modSp modNotes">
        <pc:chgData name="Guest User" userId="S::urn:spo:anon#fe5b8cb3964ca0fa1720a43b52db92882a961297cf67fe1d08d6553ad1a5532e::" providerId="AD" clId="Web-{F34161F8-CCC6-414A-6ECC-D65961733295}" dt="2022-06-13T13:10:57.943" v="287"/>
        <pc:sldMkLst>
          <pc:docMk/>
          <pc:sldMk cId="2754101301" sldId="268"/>
        </pc:sldMkLst>
        <pc:spChg chg="mod">
          <ac:chgData name="Guest User" userId="S::urn:spo:anon#fe5b8cb3964ca0fa1720a43b52db92882a961297cf67fe1d08d6553ad1a5532e::" providerId="AD" clId="Web-{F34161F8-CCC6-414A-6ECC-D65961733295}" dt="2022-06-13T13:06:24.060" v="280" actId="1076"/>
          <ac:spMkLst>
            <pc:docMk/>
            <pc:sldMk cId="2754101301" sldId="268"/>
            <ac:spMk id="8" creationId="{50056CFF-EB9F-1C33-60EA-9068CEAA47B1}"/>
          </ac:spMkLst>
        </pc:spChg>
        <pc:spChg chg="mod">
          <ac:chgData name="Guest User" userId="S::urn:spo:anon#fe5b8cb3964ca0fa1720a43b52db92882a961297cf67fe1d08d6553ad1a5532e::" providerId="AD" clId="Web-{F34161F8-CCC6-414A-6ECC-D65961733295}" dt="2022-06-13T13:06:27.185" v="281" actId="1076"/>
          <ac:spMkLst>
            <pc:docMk/>
            <pc:sldMk cId="2754101301" sldId="268"/>
            <ac:spMk id="9" creationId="{09B8A81D-65CE-1CE6-FEA4-5CB53007CE72}"/>
          </ac:spMkLst>
        </pc:spChg>
        <pc:picChg chg="add mod">
          <ac:chgData name="Guest User" userId="S::urn:spo:anon#fe5b8cb3964ca0fa1720a43b52db92882a961297cf67fe1d08d6553ad1a5532e::" providerId="AD" clId="Web-{F34161F8-CCC6-414A-6ECC-D65961733295}" dt="2022-06-13T08:45:01.870" v="17" actId="1076"/>
          <ac:picMkLst>
            <pc:docMk/>
            <pc:sldMk cId="2754101301" sldId="268"/>
            <ac:picMk id="2" creationId="{E9691668-7F3B-E33E-A3E0-E130DB864249}"/>
          </ac:picMkLst>
        </pc:picChg>
        <pc:picChg chg="del">
          <ac:chgData name="Guest User" userId="S::urn:spo:anon#fe5b8cb3964ca0fa1720a43b52db92882a961297cf67fe1d08d6553ad1a5532e::" providerId="AD" clId="Web-{F34161F8-CCC6-414A-6ECC-D65961733295}" dt="2022-06-13T08:44:14.478" v="13"/>
          <ac:picMkLst>
            <pc:docMk/>
            <pc:sldMk cId="2754101301" sldId="268"/>
            <ac:picMk id="12" creationId="{6A377CAC-5683-19F4-9386-A6619CA1BA82}"/>
          </ac:picMkLst>
        </pc:picChg>
      </pc:sldChg>
      <pc:sldChg chg="addSp delSp modSp">
        <pc:chgData name="Guest User" userId="S::urn:spo:anon#fe5b8cb3964ca0fa1720a43b52db92882a961297cf67fe1d08d6553ad1a5532e::" providerId="AD" clId="Web-{F34161F8-CCC6-414A-6ECC-D65961733295}" dt="2022-06-13T13:04:15.307" v="207" actId="20577"/>
        <pc:sldMkLst>
          <pc:docMk/>
          <pc:sldMk cId="330103145" sldId="270"/>
        </pc:sldMkLst>
        <pc:spChg chg="mod">
          <ac:chgData name="Guest User" userId="S::urn:spo:anon#fe5b8cb3964ca0fa1720a43b52db92882a961297cf67fe1d08d6553ad1a5532e::" providerId="AD" clId="Web-{F34161F8-CCC6-414A-6ECC-D65961733295}" dt="2022-06-13T08:46:28.638" v="56" actId="1076"/>
          <ac:spMkLst>
            <pc:docMk/>
            <pc:sldMk cId="330103145" sldId="270"/>
            <ac:spMk id="3" creationId="{0A828AAB-8E05-344F-3A47-DA367FCBBBEF}"/>
          </ac:spMkLst>
        </pc:spChg>
        <pc:spChg chg="mod">
          <ac:chgData name="Guest User" userId="S::urn:spo:anon#fe5b8cb3964ca0fa1720a43b52db92882a961297cf67fe1d08d6553ad1a5532e::" providerId="AD" clId="Web-{F34161F8-CCC6-414A-6ECC-D65961733295}" dt="2022-06-13T13:04:15.307" v="207" actId="20577"/>
          <ac:spMkLst>
            <pc:docMk/>
            <pc:sldMk cId="330103145" sldId="270"/>
            <ac:spMk id="9" creationId="{E82A0274-A1F7-854C-A924-6481148178AA}"/>
          </ac:spMkLst>
        </pc:spChg>
        <pc:picChg chg="del">
          <ac:chgData name="Guest User" userId="S::urn:spo:anon#fe5b8cb3964ca0fa1720a43b52db92882a961297cf67fe1d08d6553ad1a5532e::" providerId="AD" clId="Web-{F34161F8-CCC6-414A-6ECC-D65961733295}" dt="2022-06-13T08:46:18.685" v="51"/>
          <ac:picMkLst>
            <pc:docMk/>
            <pc:sldMk cId="330103145" sldId="270"/>
            <ac:picMk id="2" creationId="{54C18A20-291D-AAB7-C276-BA8263DE236D}"/>
          </ac:picMkLst>
        </pc:picChg>
        <pc:picChg chg="add mod">
          <ac:chgData name="Guest User" userId="S::urn:spo:anon#fe5b8cb3964ca0fa1720a43b52db92882a961297cf67fe1d08d6553ad1a5532e::" providerId="AD" clId="Web-{F34161F8-CCC6-414A-6ECC-D65961733295}" dt="2022-06-13T08:46:31.935" v="57" actId="14100"/>
          <ac:picMkLst>
            <pc:docMk/>
            <pc:sldMk cId="330103145" sldId="270"/>
            <ac:picMk id="10" creationId="{004FD0EB-BE01-B7EA-E0E6-E91659DA410C}"/>
          </ac:picMkLst>
        </pc:picChg>
      </pc:sldChg>
      <pc:sldChg chg="addSp delSp modSp addAnim delAnim modAnim">
        <pc:chgData name="Guest User" userId="S::urn:spo:anon#fe5b8cb3964ca0fa1720a43b52db92882a961297cf67fe1d08d6553ad1a5532e::" providerId="AD" clId="Web-{F34161F8-CCC6-414A-6ECC-D65961733295}" dt="2022-06-13T13:03:47.025" v="197" actId="1076"/>
        <pc:sldMkLst>
          <pc:docMk/>
          <pc:sldMk cId="2993353710" sldId="272"/>
        </pc:sldMkLst>
        <pc:spChg chg="mod">
          <ac:chgData name="Guest User" userId="S::urn:spo:anon#fe5b8cb3964ca0fa1720a43b52db92882a961297cf67fe1d08d6553ad1a5532e::" providerId="AD" clId="Web-{F34161F8-CCC6-414A-6ECC-D65961733295}" dt="2022-06-13T08:45:55.762" v="42" actId="20577"/>
          <ac:spMkLst>
            <pc:docMk/>
            <pc:sldMk cId="2993353710" sldId="272"/>
            <ac:spMk id="3" creationId="{0A828AAB-8E05-344F-3A47-DA367FCBBBEF}"/>
          </ac:spMkLst>
        </pc:spChg>
        <pc:spChg chg="mod">
          <ac:chgData name="Guest User" userId="S::urn:spo:anon#fe5b8cb3964ca0fa1720a43b52db92882a961297cf67fe1d08d6553ad1a5532e::" providerId="AD" clId="Web-{F34161F8-CCC6-414A-6ECC-D65961733295}" dt="2022-06-13T08:55:52.230" v="156" actId="20577"/>
          <ac:spMkLst>
            <pc:docMk/>
            <pc:sldMk cId="2993353710" sldId="272"/>
            <ac:spMk id="9" creationId="{E82A0274-A1F7-854C-A924-6481148178AA}"/>
          </ac:spMkLst>
        </pc:spChg>
        <pc:spChg chg="add mod">
          <ac:chgData name="Guest User" userId="S::urn:spo:anon#fe5b8cb3964ca0fa1720a43b52db92882a961297cf67fe1d08d6553ad1a5532e::" providerId="AD" clId="Web-{F34161F8-CCC6-414A-6ECC-D65961733295}" dt="2022-06-13T08:56:21.199" v="162" actId="20577"/>
          <ac:spMkLst>
            <pc:docMk/>
            <pc:sldMk cId="2993353710" sldId="272"/>
            <ac:spMk id="12" creationId="{18001E07-ABE4-3080-9021-6E1B8446C971}"/>
          </ac:spMkLst>
        </pc:spChg>
        <pc:spChg chg="add mod">
          <ac:chgData name="Guest User" userId="S::urn:spo:anon#fe5b8cb3964ca0fa1720a43b52db92882a961297cf67fe1d08d6553ad1a5532e::" providerId="AD" clId="Web-{F34161F8-CCC6-414A-6ECC-D65961733295}" dt="2022-06-13T08:56:40.215" v="166" actId="1076"/>
          <ac:spMkLst>
            <pc:docMk/>
            <pc:sldMk cId="2993353710" sldId="272"/>
            <ac:spMk id="13" creationId="{953EBC2B-AECF-F4AE-EA7B-D7B8A8C87F34}"/>
          </ac:spMkLst>
        </pc:spChg>
        <pc:spChg chg="add mod">
          <ac:chgData name="Guest User" userId="S::urn:spo:anon#fe5b8cb3964ca0fa1720a43b52db92882a961297cf67fe1d08d6553ad1a5532e::" providerId="AD" clId="Web-{F34161F8-CCC6-414A-6ECC-D65961733295}" dt="2022-06-13T08:56:53.434" v="169" actId="20577"/>
          <ac:spMkLst>
            <pc:docMk/>
            <pc:sldMk cId="2993353710" sldId="272"/>
            <ac:spMk id="14" creationId="{A3680F2A-9593-7EB4-EA9C-ADD69BD86BFA}"/>
          </ac:spMkLst>
        </pc:spChg>
        <pc:spChg chg="add mod">
          <ac:chgData name="Guest User" userId="S::urn:spo:anon#fe5b8cb3964ca0fa1720a43b52db92882a961297cf67fe1d08d6553ad1a5532e::" providerId="AD" clId="Web-{F34161F8-CCC6-414A-6ECC-D65961733295}" dt="2022-06-13T08:57:01.684" v="174" actId="20577"/>
          <ac:spMkLst>
            <pc:docMk/>
            <pc:sldMk cId="2993353710" sldId="272"/>
            <ac:spMk id="15" creationId="{B7D20F6C-6254-7687-0DAD-CB18A157F413}"/>
          </ac:spMkLst>
        </pc:spChg>
        <pc:picChg chg="del">
          <ac:chgData name="Guest User" userId="S::urn:spo:anon#fe5b8cb3964ca0fa1720a43b52db92882a961297cf67fe1d08d6553ad1a5532e::" providerId="AD" clId="Web-{F34161F8-CCC6-414A-6ECC-D65961733295}" dt="2022-06-13T08:45:57.590" v="43"/>
          <ac:picMkLst>
            <pc:docMk/>
            <pc:sldMk cId="2993353710" sldId="272"/>
            <ac:picMk id="2" creationId="{54C18A20-291D-AAB7-C276-BA8263DE236D}"/>
          </ac:picMkLst>
        </pc:picChg>
        <pc:picChg chg="add del mod">
          <ac:chgData name="Guest User" userId="S::urn:spo:anon#fe5b8cb3964ca0fa1720a43b52db92882a961297cf67fe1d08d6553ad1a5532e::" providerId="AD" clId="Web-{F34161F8-CCC6-414A-6ECC-D65961733295}" dt="2022-06-13T10:28:18.929" v="188"/>
          <ac:picMkLst>
            <pc:docMk/>
            <pc:sldMk cId="2993353710" sldId="272"/>
            <ac:picMk id="2" creationId="{C3D1FBBC-8CC1-3867-3434-2F316DEFD5CF}"/>
          </ac:picMkLst>
        </pc:picChg>
        <pc:picChg chg="add mod">
          <ac:chgData name="Guest User" userId="S::urn:spo:anon#fe5b8cb3964ca0fa1720a43b52db92882a961297cf67fe1d08d6553ad1a5532e::" providerId="AD" clId="Web-{F34161F8-CCC6-414A-6ECC-D65961733295}" dt="2022-06-13T08:46:06.887" v="47" actId="1076"/>
          <ac:picMkLst>
            <pc:docMk/>
            <pc:sldMk cId="2993353710" sldId="272"/>
            <ac:picMk id="4" creationId="{960B8A8F-686F-806C-039D-053D07BA98A2}"/>
          </ac:picMkLst>
        </pc:picChg>
        <pc:picChg chg="add mod">
          <ac:chgData name="Guest User" userId="S::urn:spo:anon#fe5b8cb3964ca0fa1720a43b52db92882a961297cf67fe1d08d6553ad1a5532e::" providerId="AD" clId="Web-{F34161F8-CCC6-414A-6ECC-D65961733295}" dt="2022-06-13T13:03:47.025" v="197" actId="1076"/>
          <ac:picMkLst>
            <pc:docMk/>
            <pc:sldMk cId="2993353710" sldId="272"/>
            <ac:picMk id="10" creationId="{AA5D3E10-38C6-2B37-D346-1F2810A4ED08}"/>
          </ac:picMkLst>
        </pc:picChg>
      </pc:sldChg>
      <pc:sldChg chg="del">
        <pc:chgData name="Guest User" userId="S::urn:spo:anon#fe5b8cb3964ca0fa1720a43b52db92882a961297cf67fe1d08d6553ad1a5532e::" providerId="AD" clId="Web-{F34161F8-CCC6-414A-6ECC-D65961733295}" dt="2022-06-13T13:03:39.650" v="196"/>
        <pc:sldMkLst>
          <pc:docMk/>
          <pc:sldMk cId="1492711563" sldId="274"/>
        </pc:sldMkLst>
      </pc:sldChg>
      <pc:sldChg chg="addSp delSp modSp add replId modNotes">
        <pc:chgData name="Guest User" userId="S::urn:spo:anon#fe5b8cb3964ca0fa1720a43b52db92882a961297cf67fe1d08d6553ad1a5532e::" providerId="AD" clId="Web-{F34161F8-CCC6-414A-6ECC-D65961733295}" dt="2022-06-13T13:06:10.435" v="279"/>
        <pc:sldMkLst>
          <pc:docMk/>
          <pc:sldMk cId="2120986299" sldId="276"/>
        </pc:sldMkLst>
        <pc:spChg chg="mod">
          <ac:chgData name="Guest User" userId="S::urn:spo:anon#fe5b8cb3964ca0fa1720a43b52db92882a961297cf67fe1d08d6553ad1a5532e::" providerId="AD" clId="Web-{F34161F8-CCC6-414A-6ECC-D65961733295}" dt="2022-06-13T08:52:13.709" v="114" actId="20577"/>
          <ac:spMkLst>
            <pc:docMk/>
            <pc:sldMk cId="2120986299" sldId="276"/>
            <ac:spMk id="9" creationId="{E82A0274-A1F7-854C-A924-6481148178AA}"/>
          </ac:spMkLst>
        </pc:spChg>
        <pc:graphicFrameChg chg="add del mod">
          <ac:chgData name="Guest User" userId="S::urn:spo:anon#fe5b8cb3964ca0fa1720a43b52db92882a961297cf67fe1d08d6553ad1a5532e::" providerId="AD" clId="Web-{F34161F8-CCC6-414A-6ECC-D65961733295}" dt="2022-06-13T08:50:15.456" v="93"/>
          <ac:graphicFrameMkLst>
            <pc:docMk/>
            <pc:sldMk cId="2120986299" sldId="276"/>
            <ac:graphicFrameMk id="3" creationId="{EA5D8C98-F765-330A-43CF-7808D6F81DD2}"/>
          </ac:graphicFrameMkLst>
        </pc:graphicFrameChg>
        <pc:picChg chg="add mod">
          <ac:chgData name="Guest User" userId="S::urn:spo:anon#fe5b8cb3964ca0fa1720a43b52db92882a961297cf67fe1d08d6553ad1a5532e::" providerId="AD" clId="Web-{F34161F8-CCC6-414A-6ECC-D65961733295}" dt="2022-06-13T08:53:38.305" v="130" actId="1076"/>
          <ac:picMkLst>
            <pc:docMk/>
            <pc:sldMk cId="2120986299" sldId="276"/>
            <ac:picMk id="4" creationId="{8B26304C-405F-D18B-7217-7C6A8C0F2620}"/>
          </ac:picMkLst>
        </pc:picChg>
        <pc:picChg chg="add mod">
          <ac:chgData name="Guest User" userId="S::urn:spo:anon#fe5b8cb3964ca0fa1720a43b52db92882a961297cf67fe1d08d6553ad1a5532e::" providerId="AD" clId="Web-{F34161F8-CCC6-414A-6ECC-D65961733295}" dt="2022-06-13T08:53:44.492" v="134" actId="1076"/>
          <ac:picMkLst>
            <pc:docMk/>
            <pc:sldMk cId="2120986299" sldId="276"/>
            <ac:picMk id="7" creationId="{3194C5D9-2875-5F76-7164-449E76996422}"/>
          </ac:picMkLst>
        </pc:picChg>
        <pc:picChg chg="add mod">
          <ac:chgData name="Guest User" userId="S::urn:spo:anon#fe5b8cb3964ca0fa1720a43b52db92882a961297cf67fe1d08d6553ad1a5532e::" providerId="AD" clId="Web-{F34161F8-CCC6-414A-6ECC-D65961733295}" dt="2022-06-13T08:53:43.133" v="133" actId="1076"/>
          <ac:picMkLst>
            <pc:docMk/>
            <pc:sldMk cId="2120986299" sldId="276"/>
            <ac:picMk id="8" creationId="{FDF4C7DA-2400-DAC3-BD34-A4D9CF9A586F}"/>
          </ac:picMkLst>
        </pc:picChg>
      </pc:sldChg>
    </pc:docChg>
  </pc:docChgLst>
  <pc:docChgLst>
    <pc:chgData name="Tong ZHOU" userId="S::lczhoutong@ust.hk::87cffab1-5c12-4ef9-b76c-5aed18ea936e" providerId="AD" clId="Web-{9A5A2681-E1A0-3CBB-14C3-7CF17715476C}"/>
    <pc:docChg chg="modSld">
      <pc:chgData name="Tong ZHOU" userId="S::lczhoutong@ust.hk::87cffab1-5c12-4ef9-b76c-5aed18ea936e" providerId="AD" clId="Web-{9A5A2681-E1A0-3CBB-14C3-7CF17715476C}" dt="2022-06-14T09:38:11.847" v="67"/>
      <pc:docMkLst>
        <pc:docMk/>
      </pc:docMkLst>
      <pc:sldChg chg="modSp modNotes">
        <pc:chgData name="Tong ZHOU" userId="S::lczhoutong@ust.hk::87cffab1-5c12-4ef9-b76c-5aed18ea936e" providerId="AD" clId="Web-{9A5A2681-E1A0-3CBB-14C3-7CF17715476C}" dt="2022-06-14T09:38:11.847" v="67"/>
        <pc:sldMkLst>
          <pc:docMk/>
          <pc:sldMk cId="330103145" sldId="270"/>
        </pc:sldMkLst>
        <pc:spChg chg="mod">
          <ac:chgData name="Tong ZHOU" userId="S::lczhoutong@ust.hk::87cffab1-5c12-4ef9-b76c-5aed18ea936e" providerId="AD" clId="Web-{9A5A2681-E1A0-3CBB-14C3-7CF17715476C}" dt="2022-06-14T09:37:33.815" v="36" actId="20577"/>
          <ac:spMkLst>
            <pc:docMk/>
            <pc:sldMk cId="330103145" sldId="270"/>
            <ac:spMk id="9" creationId="{E82A0274-A1F7-854C-A924-6481148178AA}"/>
          </ac:spMkLst>
        </pc:spChg>
      </pc:sldChg>
    </pc:docChg>
  </pc:docChgLst>
  <pc:docChgLst>
    <pc:chgData name="Tong ZHOU" userId="S::lczhoutong@ust.hk::87cffab1-5c12-4ef9-b76c-5aed18ea936e" providerId="AD" clId="Web-{3FE6180B-6BBD-3ED2-FD91-668E76C730B0}"/>
    <pc:docChg chg="modSld">
      <pc:chgData name="Tong ZHOU" userId="S::lczhoutong@ust.hk::87cffab1-5c12-4ef9-b76c-5aed18ea936e" providerId="AD" clId="Web-{3FE6180B-6BBD-3ED2-FD91-668E76C730B0}" dt="2022-06-24T03:21:32.122" v="365"/>
      <pc:docMkLst>
        <pc:docMk/>
      </pc:docMkLst>
      <pc:sldChg chg="modNotes">
        <pc:chgData name="Tong ZHOU" userId="S::lczhoutong@ust.hk::87cffab1-5c12-4ef9-b76c-5aed18ea936e" providerId="AD" clId="Web-{3FE6180B-6BBD-3ED2-FD91-668E76C730B0}" dt="2022-06-24T03:13:42.281" v="360"/>
        <pc:sldMkLst>
          <pc:docMk/>
          <pc:sldMk cId="772193529" sldId="257"/>
        </pc:sldMkLst>
      </pc:sldChg>
      <pc:sldChg chg="modSp">
        <pc:chgData name="Tong ZHOU" userId="S::lczhoutong@ust.hk::87cffab1-5c12-4ef9-b76c-5aed18ea936e" providerId="AD" clId="Web-{3FE6180B-6BBD-3ED2-FD91-668E76C730B0}" dt="2022-06-24T03:18:19.148" v="361" actId="1076"/>
        <pc:sldMkLst>
          <pc:docMk/>
          <pc:sldMk cId="1870551462" sldId="260"/>
        </pc:sldMkLst>
        <pc:spChg chg="mod">
          <ac:chgData name="Tong ZHOU" userId="S::lczhoutong@ust.hk::87cffab1-5c12-4ef9-b76c-5aed18ea936e" providerId="AD" clId="Web-{3FE6180B-6BBD-3ED2-FD91-668E76C730B0}" dt="2022-06-24T03:18:19.148" v="361" actId="1076"/>
          <ac:spMkLst>
            <pc:docMk/>
            <pc:sldMk cId="1870551462" sldId="260"/>
            <ac:spMk id="11" creationId="{499936B8-3A57-1742-98A4-944C75A077F7}"/>
          </ac:spMkLst>
        </pc:spChg>
      </pc:sldChg>
      <pc:sldChg chg="modNotes">
        <pc:chgData name="Tong ZHOU" userId="S::lczhoutong@ust.hk::87cffab1-5c12-4ef9-b76c-5aed18ea936e" providerId="AD" clId="Web-{3FE6180B-6BBD-3ED2-FD91-668E76C730B0}" dt="2022-06-24T02:56:58.267" v="294"/>
        <pc:sldMkLst>
          <pc:docMk/>
          <pc:sldMk cId="2754101301" sldId="268"/>
        </pc:sldMkLst>
      </pc:sldChg>
      <pc:sldChg chg="modNotes">
        <pc:chgData name="Tong ZHOU" userId="S::lczhoutong@ust.hk::87cffab1-5c12-4ef9-b76c-5aed18ea936e" providerId="AD" clId="Web-{3FE6180B-6BBD-3ED2-FD91-668E76C730B0}" dt="2022-06-24T03:13:15.436" v="356"/>
        <pc:sldMkLst>
          <pc:docMk/>
          <pc:sldMk cId="221454032" sldId="269"/>
        </pc:sldMkLst>
      </pc:sldChg>
      <pc:sldChg chg="modNotes">
        <pc:chgData name="Tong ZHOU" userId="S::lczhoutong@ust.hk::87cffab1-5c12-4ef9-b76c-5aed18ea936e" providerId="AD" clId="Web-{3FE6180B-6BBD-3ED2-FD91-668E76C730B0}" dt="2022-06-24T02:29:54.065" v="120"/>
        <pc:sldMkLst>
          <pc:docMk/>
          <pc:sldMk cId="674314525" sldId="271"/>
        </pc:sldMkLst>
      </pc:sldChg>
      <pc:sldChg chg="modNotes">
        <pc:chgData name="Tong ZHOU" userId="S::lczhoutong@ust.hk::87cffab1-5c12-4ef9-b76c-5aed18ea936e" providerId="AD" clId="Web-{3FE6180B-6BBD-3ED2-FD91-668E76C730B0}" dt="2022-06-24T03:00:31.617" v="336"/>
        <pc:sldMkLst>
          <pc:docMk/>
          <pc:sldMk cId="2993353710" sldId="272"/>
        </pc:sldMkLst>
      </pc:sldChg>
      <pc:sldChg chg="modNotes">
        <pc:chgData name="Tong ZHOU" userId="S::lczhoutong@ust.hk::87cffab1-5c12-4ef9-b76c-5aed18ea936e" providerId="AD" clId="Web-{3FE6180B-6BBD-3ED2-FD91-668E76C730B0}" dt="2022-06-24T03:21:32.122" v="365"/>
        <pc:sldMkLst>
          <pc:docMk/>
          <pc:sldMk cId="2120986299" sldId="276"/>
        </pc:sldMkLst>
      </pc:sldChg>
    </pc:docChg>
  </pc:docChgLst>
  <pc:docChgLst>
    <pc:chgData name="来宾用户" userId="S::urn:spo:anon#fe5b8cb3964ca0fa1720a43b52db92882a961297cf67fe1d08d6553ad1a5532e::" providerId="AD" clId="Web-{8E3806AF-F894-73BE-CA92-00852FD236A8}"/>
    <pc:docChg chg="delSld modSld sldOrd">
      <pc:chgData name="来宾用户" userId="S::urn:spo:anon#fe5b8cb3964ca0fa1720a43b52db92882a961297cf67fe1d08d6553ad1a5532e::" providerId="AD" clId="Web-{8E3806AF-F894-73BE-CA92-00852FD236A8}" dt="2022-06-09T04:09:00.361" v="807" actId="20577"/>
      <pc:docMkLst>
        <pc:docMk/>
      </pc:docMkLst>
      <pc:sldChg chg="modSp">
        <pc:chgData name="来宾用户" userId="S::urn:spo:anon#fe5b8cb3964ca0fa1720a43b52db92882a961297cf67fe1d08d6553ad1a5532e::" providerId="AD" clId="Web-{8E3806AF-F894-73BE-CA92-00852FD236A8}" dt="2022-06-09T04:09:00.361" v="807" actId="20577"/>
        <pc:sldMkLst>
          <pc:docMk/>
          <pc:sldMk cId="1870551462" sldId="260"/>
        </pc:sldMkLst>
        <pc:spChg chg="mod">
          <ac:chgData name="来宾用户" userId="S::urn:spo:anon#fe5b8cb3964ca0fa1720a43b52db92882a961297cf67fe1d08d6553ad1a5532e::" providerId="AD" clId="Web-{8E3806AF-F894-73BE-CA92-00852FD236A8}" dt="2022-06-09T04:09:00.361" v="807" actId="20577"/>
          <ac:spMkLst>
            <pc:docMk/>
            <pc:sldMk cId="1870551462" sldId="260"/>
            <ac:spMk id="9" creationId="{E82A0274-A1F7-854C-A924-6481148178AA}"/>
          </ac:spMkLst>
        </pc:spChg>
      </pc:sldChg>
      <pc:sldChg chg="modSp modNotes">
        <pc:chgData name="来宾用户" userId="S::urn:spo:anon#fe5b8cb3964ca0fa1720a43b52db92882a961297cf67fe1d08d6553ad1a5532e::" providerId="AD" clId="Web-{8E3806AF-F894-73BE-CA92-00852FD236A8}" dt="2022-06-09T03:29:17.021" v="134"/>
        <pc:sldMkLst>
          <pc:docMk/>
          <pc:sldMk cId="2754101301" sldId="268"/>
        </pc:sldMkLst>
        <pc:spChg chg="mod">
          <ac:chgData name="来宾用户" userId="S::urn:spo:anon#fe5b8cb3964ca0fa1720a43b52db92882a961297cf67fe1d08d6553ad1a5532e::" providerId="AD" clId="Web-{8E3806AF-F894-73BE-CA92-00852FD236A8}" dt="2022-06-09T03:29:02.708" v="127" actId="20577"/>
          <ac:spMkLst>
            <pc:docMk/>
            <pc:sldMk cId="2754101301" sldId="268"/>
            <ac:spMk id="14" creationId="{C5163DDB-B7D6-C545-8B9C-EF367684B457}"/>
          </ac:spMkLst>
        </pc:spChg>
      </pc:sldChg>
      <pc:sldChg chg="modNotes">
        <pc:chgData name="来宾用户" userId="S::urn:spo:anon#fe5b8cb3964ca0fa1720a43b52db92882a961297cf67fe1d08d6553ad1a5532e::" providerId="AD" clId="Web-{8E3806AF-F894-73BE-CA92-00852FD236A8}" dt="2022-06-09T04:06:33.201" v="804"/>
        <pc:sldMkLst>
          <pc:docMk/>
          <pc:sldMk cId="674314525" sldId="271"/>
        </pc:sldMkLst>
      </pc:sldChg>
      <pc:sldChg chg="modSp ord modNotes">
        <pc:chgData name="来宾用户" userId="S::urn:spo:anon#fe5b8cb3964ca0fa1720a43b52db92882a961297cf67fe1d08d6553ad1a5532e::" providerId="AD" clId="Web-{8E3806AF-F894-73BE-CA92-00852FD236A8}" dt="2022-06-09T03:48:33.721" v="516"/>
        <pc:sldMkLst>
          <pc:docMk/>
          <pc:sldMk cId="2993353710" sldId="272"/>
        </pc:sldMkLst>
        <pc:spChg chg="mod">
          <ac:chgData name="来宾用户" userId="S::urn:spo:anon#fe5b8cb3964ca0fa1720a43b52db92882a961297cf67fe1d08d6553ad1a5532e::" providerId="AD" clId="Web-{8E3806AF-F894-73BE-CA92-00852FD236A8}" dt="2022-06-09T03:35:03.264" v="184" actId="20577"/>
          <ac:spMkLst>
            <pc:docMk/>
            <pc:sldMk cId="2993353710" sldId="272"/>
            <ac:spMk id="9" creationId="{E82A0274-A1F7-854C-A924-6481148178AA}"/>
          </ac:spMkLst>
        </pc:spChg>
      </pc:sldChg>
      <pc:sldChg chg="del">
        <pc:chgData name="来宾用户" userId="S::urn:spo:anon#fe5b8cb3964ca0fa1720a43b52db92882a961297cf67fe1d08d6553ad1a5532e::" providerId="AD" clId="Web-{8E3806AF-F894-73BE-CA92-00852FD236A8}" dt="2022-06-09T03:49:35.785" v="517"/>
        <pc:sldMkLst>
          <pc:docMk/>
          <pc:sldMk cId="3015507862" sldId="273"/>
        </pc:sldMkLst>
      </pc:sldChg>
      <pc:sldChg chg="modNotes">
        <pc:chgData name="来宾用户" userId="S::urn:spo:anon#fe5b8cb3964ca0fa1720a43b52db92882a961297cf67fe1d08d6553ad1a5532e::" providerId="AD" clId="Web-{8E3806AF-F894-73BE-CA92-00852FD236A8}" dt="2022-06-09T04:00:19.942" v="601"/>
        <pc:sldMkLst>
          <pc:docMk/>
          <pc:sldMk cId="1492711563" sldId="274"/>
        </pc:sldMkLst>
      </pc:sldChg>
      <pc:sldChg chg="modNotes">
        <pc:chgData name="来宾用户" userId="S::urn:spo:anon#fe5b8cb3964ca0fa1720a43b52db92882a961297cf67fe1d08d6553ad1a5532e::" providerId="AD" clId="Web-{8E3806AF-F894-73BE-CA92-00852FD236A8}" dt="2022-06-09T03:37:43.533" v="221"/>
        <pc:sldMkLst>
          <pc:docMk/>
          <pc:sldMk cId="1538965672" sldId="275"/>
        </pc:sldMkLst>
      </pc:sldChg>
    </pc:docChg>
  </pc:docChgLst>
  <pc:docChgLst>
    <pc:chgData name="WANG Rouying" userId="S::rwangbx_connect.ust.hk#ext#@gohkust.onmicrosoft.com::ace06d19-ae42-4bfd-8bc6-a5d1593afbae" providerId="AD" clId="Web-{7FE50264-12D7-FB82-1D96-9864438ABA57}"/>
    <pc:docChg chg="modSld">
      <pc:chgData name="WANG Rouying" userId="S::rwangbx_connect.ust.hk#ext#@gohkust.onmicrosoft.com::ace06d19-ae42-4bfd-8bc6-a5d1593afbae" providerId="AD" clId="Web-{7FE50264-12D7-FB82-1D96-9864438ABA57}" dt="2022-06-24T03:22:10.031" v="647"/>
      <pc:docMkLst>
        <pc:docMk/>
      </pc:docMkLst>
      <pc:sldChg chg="modNotes">
        <pc:chgData name="WANG Rouying" userId="S::rwangbx_connect.ust.hk#ext#@gohkust.onmicrosoft.com::ace06d19-ae42-4bfd-8bc6-a5d1593afbae" providerId="AD" clId="Web-{7FE50264-12D7-FB82-1D96-9864438ABA57}" dt="2022-06-24T02:43:04.326" v="432"/>
        <pc:sldMkLst>
          <pc:docMk/>
          <pc:sldMk cId="2244976621" sldId="256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3:16:27.800" v="633"/>
        <pc:sldMkLst>
          <pc:docMk/>
          <pc:sldMk cId="772193529" sldId="257"/>
        </pc:sldMkLst>
      </pc:sldChg>
      <pc:sldChg chg="modSp">
        <pc:chgData name="WANG Rouying" userId="S::rwangbx_connect.ust.hk#ext#@gohkust.onmicrosoft.com::ace06d19-ae42-4bfd-8bc6-a5d1593afbae" providerId="AD" clId="Web-{7FE50264-12D7-FB82-1D96-9864438ABA57}" dt="2022-06-24T01:30:04.257" v="0" actId="20577"/>
        <pc:sldMkLst>
          <pc:docMk/>
          <pc:sldMk cId="4156349386" sldId="258"/>
        </pc:sldMkLst>
        <pc:spChg chg="mod">
          <ac:chgData name="WANG Rouying" userId="S::rwangbx_connect.ust.hk#ext#@gohkust.onmicrosoft.com::ace06d19-ae42-4bfd-8bc6-a5d1593afbae" providerId="AD" clId="Web-{7FE50264-12D7-FB82-1D96-9864438ABA57}" dt="2022-06-24T01:30:04.257" v="0" actId="20577"/>
          <ac:spMkLst>
            <pc:docMk/>
            <pc:sldMk cId="4156349386" sldId="258"/>
            <ac:spMk id="4" creationId="{C2DF67F8-BD21-F52B-89B0-7F968CFB9E7C}"/>
          </ac:spMkLst>
        </pc:spChg>
      </pc:sldChg>
      <pc:sldChg chg="modNotes">
        <pc:chgData name="WANG Rouying" userId="S::rwangbx_connect.ust.hk#ext#@gohkust.onmicrosoft.com::ace06d19-ae42-4bfd-8bc6-a5d1593afbae" providerId="AD" clId="Web-{7FE50264-12D7-FB82-1D96-9864438ABA57}" dt="2022-06-24T02:58:34.795" v="581"/>
        <pc:sldMkLst>
          <pc:docMk/>
          <pc:sldMk cId="2754101301" sldId="268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2:44:11.719" v="485"/>
        <pc:sldMkLst>
          <pc:docMk/>
          <pc:sldMk cId="221454032" sldId="269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3:09:30.724" v="630"/>
        <pc:sldMkLst>
          <pc:docMk/>
          <pc:sldMk cId="330103145" sldId="270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3:04:01.697" v="599"/>
        <pc:sldMkLst>
          <pc:docMk/>
          <pc:sldMk cId="674314525" sldId="271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2:59:50.704" v="594"/>
        <pc:sldMkLst>
          <pc:docMk/>
          <pc:sldMk cId="2993353710" sldId="272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2:15:16.114" v="173"/>
        <pc:sldMkLst>
          <pc:docMk/>
          <pc:sldMk cId="1538965672" sldId="275"/>
        </pc:sldMkLst>
      </pc:sldChg>
      <pc:sldChg chg="modNotes">
        <pc:chgData name="WANG Rouying" userId="S::rwangbx_connect.ust.hk#ext#@gohkust.onmicrosoft.com::ace06d19-ae42-4bfd-8bc6-a5d1593afbae" providerId="AD" clId="Web-{7FE50264-12D7-FB82-1D96-9864438ABA57}" dt="2022-06-24T03:22:10.031" v="647"/>
        <pc:sldMkLst>
          <pc:docMk/>
          <pc:sldMk cId="2120986299" sldId="276"/>
        </pc:sldMkLst>
      </pc:sldChg>
    </pc:docChg>
  </pc:docChgLst>
  <pc:docChgLst>
    <pc:chgData name="Guest User" userId="S::urn:spo:anon#fe5b8cb3964ca0fa1720a43b52db92882a961297cf67fe1d08d6553ad1a5532e::" providerId="AD" clId="Web-{EA665D85-7654-7926-D0E6-4B2EAE535B99}"/>
    <pc:docChg chg="modSld">
      <pc:chgData name="Guest User" userId="S::urn:spo:anon#fe5b8cb3964ca0fa1720a43b52db92882a961297cf67fe1d08d6553ad1a5532e::" providerId="AD" clId="Web-{EA665D85-7654-7926-D0E6-4B2EAE535B99}" dt="2022-06-13T14:19:49.688" v="40"/>
      <pc:docMkLst>
        <pc:docMk/>
      </pc:docMkLst>
      <pc:sldChg chg="modSp">
        <pc:chgData name="Guest User" userId="S::urn:spo:anon#fe5b8cb3964ca0fa1720a43b52db92882a961297cf67fe1d08d6553ad1a5532e::" providerId="AD" clId="Web-{EA665D85-7654-7926-D0E6-4B2EAE535B99}" dt="2022-06-13T14:14:22.260" v="1" actId="20577"/>
        <pc:sldMkLst>
          <pc:docMk/>
          <pc:sldMk cId="1870551462" sldId="260"/>
        </pc:sldMkLst>
        <pc:spChg chg="mod">
          <ac:chgData name="Guest User" userId="S::urn:spo:anon#fe5b8cb3964ca0fa1720a43b52db92882a961297cf67fe1d08d6553ad1a5532e::" providerId="AD" clId="Web-{EA665D85-7654-7926-D0E6-4B2EAE535B99}" dt="2022-06-13T14:14:22.260" v="1" actId="20577"/>
          <ac:spMkLst>
            <pc:docMk/>
            <pc:sldMk cId="1870551462" sldId="260"/>
            <ac:spMk id="9" creationId="{E82A0274-A1F7-854C-A924-6481148178AA}"/>
          </ac:spMkLst>
        </pc:spChg>
      </pc:sldChg>
      <pc:sldChg chg="modNotes">
        <pc:chgData name="Guest User" userId="S::urn:spo:anon#fe5b8cb3964ca0fa1720a43b52db92882a961297cf67fe1d08d6553ad1a5532e::" providerId="AD" clId="Web-{EA665D85-7654-7926-D0E6-4B2EAE535B99}" dt="2022-06-13T14:19:49.688" v="40"/>
        <pc:sldMkLst>
          <pc:docMk/>
          <pc:sldMk cId="2120986299" sldId="276"/>
        </pc:sldMkLst>
      </pc:sldChg>
    </pc:docChg>
  </pc:docChgLst>
  <pc:docChgLst>
    <pc:chgData name="来宾用户" userId="S::urn:spo:anon#fe5b8cb3964ca0fa1720a43b52db92882a961297cf67fe1d08d6553ad1a5532e::" providerId="AD" clId="Web-{5F652982-D09E-F51A-22A8-331E91353184}"/>
    <pc:docChg chg="modSld">
      <pc:chgData name="来宾用户" userId="S::urn:spo:anon#fe5b8cb3964ca0fa1720a43b52db92882a961297cf67fe1d08d6553ad1a5532e::" providerId="AD" clId="Web-{5F652982-D09E-F51A-22A8-331E91353184}" dt="2022-06-09T02:43:24.654" v="81" actId="20577"/>
      <pc:docMkLst>
        <pc:docMk/>
      </pc:docMkLst>
      <pc:sldChg chg="modSp">
        <pc:chgData name="来宾用户" userId="S::urn:spo:anon#fe5b8cb3964ca0fa1720a43b52db92882a961297cf67fe1d08d6553ad1a5532e::" providerId="AD" clId="Web-{5F652982-D09E-F51A-22A8-331E91353184}" dt="2022-06-09T02:43:24.654" v="81" actId="20577"/>
        <pc:sldMkLst>
          <pc:docMk/>
          <pc:sldMk cId="4156349386" sldId="258"/>
        </pc:sldMkLst>
        <pc:spChg chg="mod">
          <ac:chgData name="来宾用户" userId="S::urn:spo:anon#fe5b8cb3964ca0fa1720a43b52db92882a961297cf67fe1d08d6553ad1a5532e::" providerId="AD" clId="Web-{5F652982-D09E-F51A-22A8-331E91353184}" dt="2022-06-09T02:43:24.654" v="81" actId="20577"/>
          <ac:spMkLst>
            <pc:docMk/>
            <pc:sldMk cId="4156349386" sldId="258"/>
            <ac:spMk id="4" creationId="{C2DF67F8-BD21-F52B-89B0-7F968CFB9E7C}"/>
          </ac:spMkLst>
        </pc:spChg>
      </pc:sldChg>
    </pc:docChg>
  </pc:docChgLst>
  <pc:docChgLst>
    <pc:chgData name="Guest User" userId="S::urn:spo:anon#fe5b8cb3964ca0fa1720a43b52db92882a961297cf67fe1d08d6553ad1a5532e::" providerId="AD" clId="Web-{DAB8AFA0-4630-7A79-0E5D-5AB17F0B6EAF}"/>
    <pc:docChg chg="modSld">
      <pc:chgData name="Guest User" userId="S::urn:spo:anon#fe5b8cb3964ca0fa1720a43b52db92882a961297cf67fe1d08d6553ad1a5532e::" providerId="AD" clId="Web-{DAB8AFA0-4630-7A79-0E5D-5AB17F0B6EAF}" dt="2022-06-24T11:30:17.957" v="2"/>
      <pc:docMkLst>
        <pc:docMk/>
      </pc:docMkLst>
      <pc:sldChg chg="modNotes">
        <pc:chgData name="Guest User" userId="S::urn:spo:anon#fe5b8cb3964ca0fa1720a43b52db92882a961297cf67fe1d08d6553ad1a5532e::" providerId="AD" clId="Web-{DAB8AFA0-4630-7A79-0E5D-5AB17F0B6EAF}" dt="2022-06-24T11:30:17.957" v="2"/>
        <pc:sldMkLst>
          <pc:docMk/>
          <pc:sldMk cId="330103145" sldId="270"/>
        </pc:sldMkLst>
      </pc:sldChg>
    </pc:docChg>
  </pc:docChgLst>
  <pc:docChgLst>
    <pc:chgData name="Tong ZHOU" userId="S::lczhoutong@ust.hk::87cffab1-5c12-4ef9-b76c-5aed18ea936e" providerId="AD" clId="Web-{FAE404E2-049C-5FE4-7DBA-575462F32FBF}"/>
    <pc:docChg chg="modSld">
      <pc:chgData name="Tong ZHOU" userId="S::lczhoutong@ust.hk::87cffab1-5c12-4ef9-b76c-5aed18ea936e" providerId="AD" clId="Web-{FAE404E2-049C-5FE4-7DBA-575462F32FBF}" dt="2022-06-06T03:32:05.366" v="21" actId="14100"/>
      <pc:docMkLst>
        <pc:docMk/>
      </pc:docMkLst>
      <pc:sldChg chg="modSp">
        <pc:chgData name="Tong ZHOU" userId="S::lczhoutong@ust.hk::87cffab1-5c12-4ef9-b76c-5aed18ea936e" providerId="AD" clId="Web-{FAE404E2-049C-5FE4-7DBA-575462F32FBF}" dt="2022-06-06T03:32:05.366" v="21" actId="14100"/>
        <pc:sldMkLst>
          <pc:docMk/>
          <pc:sldMk cId="2869592802" sldId="261"/>
        </pc:sldMkLst>
        <pc:spChg chg="mod">
          <ac:chgData name="Tong ZHOU" userId="S::lczhoutong@ust.hk::87cffab1-5c12-4ef9-b76c-5aed18ea936e" providerId="AD" clId="Web-{FAE404E2-049C-5FE4-7DBA-575462F32FBF}" dt="2022-06-06T03:32:05.366" v="21" actId="14100"/>
          <ac:spMkLst>
            <pc:docMk/>
            <pc:sldMk cId="2869592802" sldId="261"/>
            <ac:spMk id="9" creationId="{E82A0274-A1F7-854C-A924-6481148178AA}"/>
          </ac:spMkLst>
        </pc:spChg>
        <pc:graphicFrameChg chg="mod modGraphic">
          <ac:chgData name="Tong ZHOU" userId="S::lczhoutong@ust.hk::87cffab1-5c12-4ef9-b76c-5aed18ea936e" providerId="AD" clId="Web-{FAE404E2-049C-5FE4-7DBA-575462F32FBF}" dt="2022-06-06T03:31:12.427" v="16"/>
          <ac:graphicFrameMkLst>
            <pc:docMk/>
            <pc:sldMk cId="2869592802" sldId="261"/>
            <ac:graphicFrameMk id="2" creationId="{C5EAE3CB-B228-2049-A277-09970A57C22C}"/>
          </ac:graphicFrameMkLst>
        </pc:graphicFrameChg>
      </pc:sldChg>
    </pc:docChg>
  </pc:docChgLst>
  <pc:docChgLst>
    <pc:chgData name="HU Zhikai" userId="S::zhuar_connect.ust.hk#ext#@gohkust.onmicrosoft.com::4189f038-819e-4634-a91a-2d12fc2d316f" providerId="AD" clId="Web-{F735790A-9443-9392-0172-16345C40BEDB}"/>
    <pc:docChg chg="modSld">
      <pc:chgData name="HU Zhikai" userId="S::zhuar_connect.ust.hk#ext#@gohkust.onmicrosoft.com::4189f038-819e-4634-a91a-2d12fc2d316f" providerId="AD" clId="Web-{F735790A-9443-9392-0172-16345C40BEDB}" dt="2022-06-03T09:17:51.459" v="10" actId="1076"/>
      <pc:docMkLst>
        <pc:docMk/>
      </pc:docMkLst>
      <pc:sldChg chg="modSp">
        <pc:chgData name="HU Zhikai" userId="S::zhuar_connect.ust.hk#ext#@gohkust.onmicrosoft.com::4189f038-819e-4634-a91a-2d12fc2d316f" providerId="AD" clId="Web-{F735790A-9443-9392-0172-16345C40BEDB}" dt="2022-06-03T09:17:51.459" v="10" actId="1076"/>
        <pc:sldMkLst>
          <pc:docMk/>
          <pc:sldMk cId="1927407744" sldId="267"/>
        </pc:sldMkLst>
        <pc:spChg chg="mod">
          <ac:chgData name="HU Zhikai" userId="S::zhuar_connect.ust.hk#ext#@gohkust.onmicrosoft.com::4189f038-819e-4634-a91a-2d12fc2d316f" providerId="AD" clId="Web-{F735790A-9443-9392-0172-16345C40BEDB}" dt="2022-06-03T09:17:51.459" v="10" actId="1076"/>
          <ac:spMkLst>
            <pc:docMk/>
            <pc:sldMk cId="1927407744" sldId="267"/>
            <ac:spMk id="4" creationId="{50085333-0915-463D-A98E-553EE28079FF}"/>
          </ac:spMkLst>
        </pc:spChg>
      </pc:sldChg>
    </pc:docChg>
  </pc:docChgLst>
  <pc:docChgLst>
    <pc:chgData name="Tong ZHOU" userId="S::lczhoutong@ust.hk::87cffab1-5c12-4ef9-b76c-5aed18ea936e" providerId="AD" clId="Web-{EC5744BB-10AA-4CD2-22EC-19270EC36FB4}"/>
    <pc:docChg chg="modSld">
      <pc:chgData name="Tong ZHOU" userId="S::lczhoutong@ust.hk::87cffab1-5c12-4ef9-b76c-5aed18ea936e" providerId="AD" clId="Web-{EC5744BB-10AA-4CD2-22EC-19270EC36FB4}" dt="2022-04-08T12:19:40.652" v="7" actId="1076"/>
      <pc:docMkLst>
        <pc:docMk/>
      </pc:docMkLst>
      <pc:sldChg chg="modSp">
        <pc:chgData name="Tong ZHOU" userId="S::lczhoutong@ust.hk::87cffab1-5c12-4ef9-b76c-5aed18ea936e" providerId="AD" clId="Web-{EC5744BB-10AA-4CD2-22EC-19270EC36FB4}" dt="2022-04-08T12:15:28.802" v="5" actId="1076"/>
        <pc:sldMkLst>
          <pc:docMk/>
          <pc:sldMk cId="772193529" sldId="257"/>
        </pc:sldMkLst>
        <pc:spChg chg="mod">
          <ac:chgData name="Tong ZHOU" userId="S::lczhoutong@ust.hk::87cffab1-5c12-4ef9-b76c-5aed18ea936e" providerId="AD" clId="Web-{EC5744BB-10AA-4CD2-22EC-19270EC36FB4}" dt="2022-04-08T12:15:26.021" v="4" actId="20577"/>
          <ac:spMkLst>
            <pc:docMk/>
            <pc:sldMk cId="772193529" sldId="257"/>
            <ac:spMk id="9" creationId="{E82A0274-A1F7-854C-A924-6481148178AA}"/>
          </ac:spMkLst>
        </pc:spChg>
        <pc:graphicFrameChg chg="mod modGraphic">
          <ac:chgData name="Tong ZHOU" userId="S::lczhoutong@ust.hk::87cffab1-5c12-4ef9-b76c-5aed18ea936e" providerId="AD" clId="Web-{EC5744BB-10AA-4CD2-22EC-19270EC36FB4}" dt="2022-04-08T12:15:28.802" v="5" actId="1076"/>
          <ac:graphicFrameMkLst>
            <pc:docMk/>
            <pc:sldMk cId="772193529" sldId="257"/>
            <ac:graphicFrameMk id="10" creationId="{D9B96361-586E-034C-BD41-D9BDB19B7071}"/>
          </ac:graphicFrameMkLst>
        </pc:graphicFrameChg>
      </pc:sldChg>
      <pc:sldChg chg="modSp">
        <pc:chgData name="Tong ZHOU" userId="S::lczhoutong@ust.hk::87cffab1-5c12-4ef9-b76c-5aed18ea936e" providerId="AD" clId="Web-{EC5744BB-10AA-4CD2-22EC-19270EC36FB4}" dt="2022-04-08T12:19:40.652" v="7" actId="1076"/>
        <pc:sldMkLst>
          <pc:docMk/>
          <pc:sldMk cId="2032633224" sldId="263"/>
        </pc:sldMkLst>
        <pc:spChg chg="mod">
          <ac:chgData name="Tong ZHOU" userId="S::lczhoutong@ust.hk::87cffab1-5c12-4ef9-b76c-5aed18ea936e" providerId="AD" clId="Web-{EC5744BB-10AA-4CD2-22EC-19270EC36FB4}" dt="2022-04-08T12:19:40.652" v="7" actId="1076"/>
          <ac:spMkLst>
            <pc:docMk/>
            <pc:sldMk cId="2032633224" sldId="263"/>
            <ac:spMk id="9" creationId="{E82A0274-A1F7-854C-A924-6481148178AA}"/>
          </ac:spMkLst>
        </pc:spChg>
      </pc:sldChg>
      <pc:sldChg chg="modSp">
        <pc:chgData name="Tong ZHOU" userId="S::lczhoutong@ust.hk::87cffab1-5c12-4ef9-b76c-5aed18ea936e" providerId="AD" clId="Web-{EC5744BB-10AA-4CD2-22EC-19270EC36FB4}" dt="2022-04-08T12:17:34.961" v="6" actId="1076"/>
        <pc:sldMkLst>
          <pc:docMk/>
          <pc:sldMk cId="4070258633" sldId="264"/>
        </pc:sldMkLst>
        <pc:spChg chg="mod">
          <ac:chgData name="Tong ZHOU" userId="S::lczhoutong@ust.hk::87cffab1-5c12-4ef9-b76c-5aed18ea936e" providerId="AD" clId="Web-{EC5744BB-10AA-4CD2-22EC-19270EC36FB4}" dt="2022-04-08T12:17:34.961" v="6" actId="1076"/>
          <ac:spMkLst>
            <pc:docMk/>
            <pc:sldMk cId="4070258633" sldId="264"/>
            <ac:spMk id="9" creationId="{E82A0274-A1F7-854C-A924-6481148178AA}"/>
          </ac:spMkLst>
        </pc:spChg>
      </pc:sldChg>
    </pc:docChg>
  </pc:docChgLst>
  <pc:docChgLst>
    <pc:chgData name="Guest User" userId="S::urn:spo:anon#c4fd3b0c713a0432183656fc6168ebb028d678827d68d4980f6fb9e43ca7397a::" providerId="AD" clId="Web-{9AA54704-E05D-2605-42B5-995B689563A7}"/>
    <pc:docChg chg="modSld">
      <pc:chgData name="Guest User" userId="S::urn:spo:anon#c4fd3b0c713a0432183656fc6168ebb028d678827d68d4980f6fb9e43ca7397a::" providerId="AD" clId="Web-{9AA54704-E05D-2605-42B5-995B689563A7}" dt="2022-06-22T04:11:47.437" v="199" actId="20577"/>
      <pc:docMkLst>
        <pc:docMk/>
      </pc:docMkLst>
      <pc:sldChg chg="modSp">
        <pc:chgData name="Guest User" userId="S::urn:spo:anon#c4fd3b0c713a0432183656fc6168ebb028d678827d68d4980f6fb9e43ca7397a::" providerId="AD" clId="Web-{9AA54704-E05D-2605-42B5-995B689563A7}" dt="2022-06-22T03:42:31.682" v="2" actId="20577"/>
        <pc:sldMkLst>
          <pc:docMk/>
          <pc:sldMk cId="2244976621" sldId="256"/>
        </pc:sldMkLst>
        <pc:spChg chg="mod">
          <ac:chgData name="Guest User" userId="S::urn:spo:anon#c4fd3b0c713a0432183656fc6168ebb028d678827d68d4980f6fb9e43ca7397a::" providerId="AD" clId="Web-{9AA54704-E05D-2605-42B5-995B689563A7}" dt="2022-06-22T03:42:31.682" v="2" actId="20577"/>
          <ac:spMkLst>
            <pc:docMk/>
            <pc:sldMk cId="2244976621" sldId="256"/>
            <ac:spMk id="3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11:47.437" v="199" actId="20577"/>
        <pc:sldMkLst>
          <pc:docMk/>
          <pc:sldMk cId="772193529" sldId="257"/>
        </pc:sldMkLst>
        <pc:spChg chg="mod">
          <ac:chgData name="Guest User" userId="S::urn:spo:anon#c4fd3b0c713a0432183656fc6168ebb028d678827d68d4980f6fb9e43ca7397a::" providerId="AD" clId="Web-{9AA54704-E05D-2605-42B5-995B689563A7}" dt="2022-06-22T04:11:23.092" v="195" actId="20577"/>
          <ac:spMkLst>
            <pc:docMk/>
            <pc:sldMk cId="772193529" sldId="257"/>
            <ac:spMk id="5" creationId="{00000000-0000-0000-0000-000000000000}"/>
          </ac:spMkLst>
        </pc:spChg>
        <pc:spChg chg="mod">
          <ac:chgData name="Guest User" userId="S::urn:spo:anon#c4fd3b0c713a0432183656fc6168ebb028d678827d68d4980f6fb9e43ca7397a::" providerId="AD" clId="Web-{9AA54704-E05D-2605-42B5-995B689563A7}" dt="2022-06-22T04:11:47.437" v="199" actId="20577"/>
          <ac:spMkLst>
            <pc:docMk/>
            <pc:sldMk cId="772193529" sldId="257"/>
            <ac:spMk id="9" creationId="{E82A0274-A1F7-854C-A924-6481148178AA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3:56:50.356" v="63"/>
        <pc:sldMkLst>
          <pc:docMk/>
          <pc:sldMk cId="4156349386" sldId="258"/>
        </pc:sldMkLst>
        <pc:spChg chg="mod">
          <ac:chgData name="Guest User" userId="S::urn:spo:anon#c4fd3b0c713a0432183656fc6168ebb028d678827d68d4980f6fb9e43ca7397a::" providerId="AD" clId="Web-{9AA54704-E05D-2605-42B5-995B689563A7}" dt="2022-06-22T03:45:49.924" v="17" actId="20577"/>
          <ac:spMkLst>
            <pc:docMk/>
            <pc:sldMk cId="4156349386" sldId="258"/>
            <ac:spMk id="4" creationId="{C2DF67F8-BD21-F52B-89B0-7F968CFB9E7C}"/>
          </ac:spMkLst>
        </pc:spChg>
        <pc:spChg chg="mod">
          <ac:chgData name="Guest User" userId="S::urn:spo:anon#c4fd3b0c713a0432183656fc6168ebb028d678827d68d4980f6fb9e43ca7397a::" providerId="AD" clId="Web-{9AA54704-E05D-2605-42B5-995B689563A7}" dt="2022-06-22T03:55:15.680" v="53" actId="20577"/>
          <ac:spMkLst>
            <pc:docMk/>
            <pc:sldMk cId="4156349386" sldId="258"/>
            <ac:spMk id="5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11:32.405" v="197" actId="20577"/>
        <pc:sldMkLst>
          <pc:docMk/>
          <pc:sldMk cId="1870551462" sldId="260"/>
        </pc:sldMkLst>
        <pc:spChg chg="mod">
          <ac:chgData name="Guest User" userId="S::urn:spo:anon#c4fd3b0c713a0432183656fc6168ebb028d678827d68d4980f6fb9e43ca7397a::" providerId="AD" clId="Web-{9AA54704-E05D-2605-42B5-995B689563A7}" dt="2022-06-22T04:11:32.405" v="197" actId="20577"/>
          <ac:spMkLst>
            <pc:docMk/>
            <pc:sldMk cId="1870551462" sldId="260"/>
            <ac:spMk id="5" creationId="{00000000-0000-0000-0000-000000000000}"/>
          </ac:spMkLst>
        </pc:spChg>
        <pc:spChg chg="mod">
          <ac:chgData name="Guest User" userId="S::urn:spo:anon#c4fd3b0c713a0432183656fc6168ebb028d678827d68d4980f6fb9e43ca7397a::" providerId="AD" clId="Web-{9AA54704-E05D-2605-42B5-995B689563A7}" dt="2022-06-22T04:07:37.240" v="157" actId="20577"/>
          <ac:spMkLst>
            <pc:docMk/>
            <pc:sldMk cId="1870551462" sldId="260"/>
            <ac:spMk id="9" creationId="{E82A0274-A1F7-854C-A924-6481148178AA}"/>
          </ac:spMkLst>
        </pc:spChg>
      </pc:sldChg>
      <pc:sldChg chg="modSp">
        <pc:chgData name="Guest User" userId="S::urn:spo:anon#c4fd3b0c713a0432183656fc6168ebb028d678827d68d4980f6fb9e43ca7397a::" providerId="AD" clId="Web-{9AA54704-E05D-2605-42B5-995B689563A7}" dt="2022-06-22T04:09:25.025" v="169" actId="20577"/>
        <pc:sldMkLst>
          <pc:docMk/>
          <pc:sldMk cId="1927407744" sldId="267"/>
        </pc:sldMkLst>
        <pc:spChg chg="mod">
          <ac:chgData name="Guest User" userId="S::urn:spo:anon#c4fd3b0c713a0432183656fc6168ebb028d678827d68d4980f6fb9e43ca7397a::" providerId="AD" clId="Web-{9AA54704-E05D-2605-42B5-995B689563A7}" dt="2022-06-22T04:09:25.025" v="169" actId="20577"/>
          <ac:spMkLst>
            <pc:docMk/>
            <pc:sldMk cId="1927407744" sldId="267"/>
            <ac:spMk id="3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00:05.801" v="91"/>
        <pc:sldMkLst>
          <pc:docMk/>
          <pc:sldMk cId="2754101301" sldId="268"/>
        </pc:sldMkLst>
        <pc:spChg chg="mod">
          <ac:chgData name="Guest User" userId="S::urn:spo:anon#c4fd3b0c713a0432183656fc6168ebb028d678827d68d4980f6fb9e43ca7397a::" providerId="AD" clId="Web-{9AA54704-E05D-2605-42B5-995B689563A7}" dt="2022-06-22T03:43:19.622" v="5" actId="20577"/>
          <ac:spMkLst>
            <pc:docMk/>
            <pc:sldMk cId="2754101301" sldId="268"/>
            <ac:spMk id="5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04:05.029" v="126" actId="20577"/>
        <pc:sldMkLst>
          <pc:docMk/>
          <pc:sldMk cId="221454032" sldId="269"/>
        </pc:sldMkLst>
        <pc:spChg chg="mod">
          <ac:chgData name="Guest User" userId="S::urn:spo:anon#c4fd3b0c713a0432183656fc6168ebb028d678827d68d4980f6fb9e43ca7397a::" providerId="AD" clId="Web-{9AA54704-E05D-2605-42B5-995B689563A7}" dt="2022-06-22T04:04:05.029" v="126" actId="20577"/>
          <ac:spMkLst>
            <pc:docMk/>
            <pc:sldMk cId="221454032" sldId="269"/>
            <ac:spMk id="9" creationId="{E82A0274-A1F7-854C-A924-6481148178AA}"/>
          </ac:spMkLst>
        </pc:spChg>
      </pc:sldChg>
      <pc:sldChg chg="modNotes">
        <pc:chgData name="Guest User" userId="S::urn:spo:anon#c4fd3b0c713a0432183656fc6168ebb028d678827d68d4980f6fb9e43ca7397a::" providerId="AD" clId="Web-{9AA54704-E05D-2605-42B5-995B689563A7}" dt="2022-06-22T04:02:55.448" v="114"/>
        <pc:sldMkLst>
          <pc:docMk/>
          <pc:sldMk cId="330103145" sldId="270"/>
        </pc:sldMkLst>
      </pc:sldChg>
      <pc:sldChg chg="modSp modNotes">
        <pc:chgData name="Guest User" userId="S::urn:spo:anon#c4fd3b0c713a0432183656fc6168ebb028d678827d68d4980f6fb9e43ca7397a::" providerId="AD" clId="Web-{9AA54704-E05D-2605-42B5-995B689563A7}" dt="2022-06-22T04:02:21.618" v="112"/>
        <pc:sldMkLst>
          <pc:docMk/>
          <pc:sldMk cId="674314525" sldId="271"/>
        </pc:sldMkLst>
        <pc:spChg chg="mod">
          <ac:chgData name="Guest User" userId="S::urn:spo:anon#c4fd3b0c713a0432183656fc6168ebb028d678827d68d4980f6fb9e43ca7397a::" providerId="AD" clId="Web-{9AA54704-E05D-2605-42B5-995B689563A7}" dt="2022-06-22T04:01:36.476" v="99" actId="20577"/>
          <ac:spMkLst>
            <pc:docMk/>
            <pc:sldMk cId="674314525" sldId="271"/>
            <ac:spMk id="2" creationId="{E0A5DADD-E81D-914D-BC76-212E16B20FA0}"/>
          </ac:spMkLst>
        </pc:spChg>
        <pc:spChg chg="mod">
          <ac:chgData name="Guest User" userId="S::urn:spo:anon#c4fd3b0c713a0432183656fc6168ebb028d678827d68d4980f6fb9e43ca7397a::" providerId="AD" clId="Web-{9AA54704-E05D-2605-42B5-995B689563A7}" dt="2022-06-22T04:01:42.867" v="104" actId="20577"/>
          <ac:spMkLst>
            <pc:docMk/>
            <pc:sldMk cId="674314525" sldId="271"/>
            <ac:spMk id="5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11:15.748" v="194" actId="20577"/>
        <pc:sldMkLst>
          <pc:docMk/>
          <pc:sldMk cId="2993353710" sldId="272"/>
        </pc:sldMkLst>
        <pc:spChg chg="mod">
          <ac:chgData name="Guest User" userId="S::urn:spo:anon#c4fd3b0c713a0432183656fc6168ebb028d678827d68d4980f6fb9e43ca7397a::" providerId="AD" clId="Web-{9AA54704-E05D-2605-42B5-995B689563A7}" dt="2022-06-22T04:11:15.748" v="194" actId="20577"/>
          <ac:spMkLst>
            <pc:docMk/>
            <pc:sldMk cId="2993353710" sldId="272"/>
            <ac:spMk id="5" creationId="{00000000-0000-0000-0000-000000000000}"/>
          </ac:spMkLst>
        </pc:spChg>
      </pc:sldChg>
      <pc:sldChg chg="modSp modNotes">
        <pc:chgData name="Guest User" userId="S::urn:spo:anon#c4fd3b0c713a0432183656fc6168ebb028d678827d68d4980f6fb9e43ca7397a::" providerId="AD" clId="Web-{9AA54704-E05D-2605-42B5-995B689563A7}" dt="2022-06-22T04:11:28.639" v="196" actId="20577"/>
        <pc:sldMkLst>
          <pc:docMk/>
          <pc:sldMk cId="2120986299" sldId="276"/>
        </pc:sldMkLst>
        <pc:spChg chg="mod">
          <ac:chgData name="Guest User" userId="S::urn:spo:anon#c4fd3b0c713a0432183656fc6168ebb028d678827d68d4980f6fb9e43ca7397a::" providerId="AD" clId="Web-{9AA54704-E05D-2605-42B5-995B689563A7}" dt="2022-06-22T04:11:28.639" v="196" actId="20577"/>
          <ac:spMkLst>
            <pc:docMk/>
            <pc:sldMk cId="2120986299" sldId="276"/>
            <ac:spMk id="5" creationId="{00000000-0000-0000-0000-000000000000}"/>
          </ac:spMkLst>
        </pc:spChg>
      </pc:sldChg>
    </pc:docChg>
  </pc:docChgLst>
  <pc:docChgLst>
    <pc:chgData name="Tong ZHOU" userId="S::lczhoutong@ust.hk::87cffab1-5c12-4ef9-b76c-5aed18ea936e" providerId="AD" clId="Web-{DB7CD95B-5F6E-C584-BB56-8796953B9743}"/>
    <pc:docChg chg="modSld">
      <pc:chgData name="Tong ZHOU" userId="S::lczhoutong@ust.hk::87cffab1-5c12-4ef9-b76c-5aed18ea936e" providerId="AD" clId="Web-{DB7CD95B-5F6E-C584-BB56-8796953B9743}" dt="2022-06-06T03:25:06" v="259"/>
      <pc:docMkLst>
        <pc:docMk/>
      </pc:docMkLst>
      <pc:sldChg chg="modSp">
        <pc:chgData name="Tong ZHOU" userId="S::lczhoutong@ust.hk::87cffab1-5c12-4ef9-b76c-5aed18ea936e" providerId="AD" clId="Web-{DB7CD95B-5F6E-C584-BB56-8796953B9743}" dt="2022-06-06T03:07:15.151" v="50" actId="20577"/>
        <pc:sldMkLst>
          <pc:docMk/>
          <pc:sldMk cId="772193529" sldId="257"/>
        </pc:sldMkLst>
        <pc:spChg chg="mod">
          <ac:chgData name="Tong ZHOU" userId="S::lczhoutong@ust.hk::87cffab1-5c12-4ef9-b76c-5aed18ea936e" providerId="AD" clId="Web-{DB7CD95B-5F6E-C584-BB56-8796953B9743}" dt="2022-06-06T03:07:15.151" v="50" actId="20577"/>
          <ac:spMkLst>
            <pc:docMk/>
            <pc:sldMk cId="772193529" sldId="257"/>
            <ac:spMk id="9" creationId="{E82A0274-A1F7-854C-A924-6481148178AA}"/>
          </ac:spMkLst>
        </pc:spChg>
      </pc:sldChg>
      <pc:sldChg chg="modSp">
        <pc:chgData name="Tong ZHOU" userId="S::lczhoutong@ust.hk::87cffab1-5c12-4ef9-b76c-5aed18ea936e" providerId="AD" clId="Web-{DB7CD95B-5F6E-C584-BB56-8796953B9743}" dt="2022-06-06T03:00:43.663" v="1" actId="20577"/>
        <pc:sldMkLst>
          <pc:docMk/>
          <pc:sldMk cId="4156349386" sldId="258"/>
        </pc:sldMkLst>
        <pc:spChg chg="mod">
          <ac:chgData name="Tong ZHOU" userId="S::lczhoutong@ust.hk::87cffab1-5c12-4ef9-b76c-5aed18ea936e" providerId="AD" clId="Web-{DB7CD95B-5F6E-C584-BB56-8796953B9743}" dt="2022-06-06T03:00:43.663" v="1" actId="20577"/>
          <ac:spMkLst>
            <pc:docMk/>
            <pc:sldMk cId="4156349386" sldId="258"/>
            <ac:spMk id="4" creationId="{C2DF67F8-BD21-F52B-89B0-7F968CFB9E7C}"/>
          </ac:spMkLst>
        </pc:spChg>
      </pc:sldChg>
      <pc:sldChg chg="modSp">
        <pc:chgData name="Tong ZHOU" userId="S::lczhoutong@ust.hk::87cffab1-5c12-4ef9-b76c-5aed18ea936e" providerId="AD" clId="Web-{DB7CD95B-5F6E-C584-BB56-8796953B9743}" dt="2022-06-06T03:07:27.542" v="51" actId="1076"/>
        <pc:sldMkLst>
          <pc:docMk/>
          <pc:sldMk cId="1870551462" sldId="260"/>
        </pc:sldMkLst>
        <pc:spChg chg="mod">
          <ac:chgData name="Tong ZHOU" userId="S::lczhoutong@ust.hk::87cffab1-5c12-4ef9-b76c-5aed18ea936e" providerId="AD" clId="Web-{DB7CD95B-5F6E-C584-BB56-8796953B9743}" dt="2022-06-06T03:07:27.542" v="51" actId="1076"/>
          <ac:spMkLst>
            <pc:docMk/>
            <pc:sldMk cId="1870551462" sldId="260"/>
            <ac:spMk id="9" creationId="{E82A0274-A1F7-854C-A924-6481148178AA}"/>
          </ac:spMkLst>
        </pc:spChg>
      </pc:sldChg>
      <pc:sldChg chg="modSp">
        <pc:chgData name="Tong ZHOU" userId="S::lczhoutong@ust.hk::87cffab1-5c12-4ef9-b76c-5aed18ea936e" providerId="AD" clId="Web-{DB7CD95B-5F6E-C584-BB56-8796953B9743}" dt="2022-06-06T03:10:28.582" v="55" actId="1076"/>
        <pc:sldMkLst>
          <pc:docMk/>
          <pc:sldMk cId="617139678" sldId="262"/>
        </pc:sldMkLst>
        <pc:spChg chg="mod">
          <ac:chgData name="Tong ZHOU" userId="S::lczhoutong@ust.hk::87cffab1-5c12-4ef9-b76c-5aed18ea936e" providerId="AD" clId="Web-{DB7CD95B-5F6E-C584-BB56-8796953B9743}" dt="2022-06-06T03:10:28.582" v="55" actId="1076"/>
          <ac:spMkLst>
            <pc:docMk/>
            <pc:sldMk cId="617139678" sldId="262"/>
            <ac:spMk id="2" creationId="{6861FA62-DFBF-AF4D-8CFB-4D1D4CC691E0}"/>
          </ac:spMkLst>
        </pc:spChg>
        <pc:spChg chg="mod">
          <ac:chgData name="Tong ZHOU" userId="S::lczhoutong@ust.hk::87cffab1-5c12-4ef9-b76c-5aed18ea936e" providerId="AD" clId="Web-{DB7CD95B-5F6E-C584-BB56-8796953B9743}" dt="2022-06-06T03:10:23.394" v="53" actId="20577"/>
          <ac:spMkLst>
            <pc:docMk/>
            <pc:sldMk cId="617139678" sldId="262"/>
            <ac:spMk id="9" creationId="{E82A0274-A1F7-854C-A924-6481148178AA}"/>
          </ac:spMkLst>
        </pc:spChg>
        <pc:picChg chg="mod">
          <ac:chgData name="Tong ZHOU" userId="S::lczhoutong@ust.hk::87cffab1-5c12-4ef9-b76c-5aed18ea936e" providerId="AD" clId="Web-{DB7CD95B-5F6E-C584-BB56-8796953B9743}" dt="2022-06-06T03:10:25.222" v="54" actId="1076"/>
          <ac:picMkLst>
            <pc:docMk/>
            <pc:sldMk cId="617139678" sldId="262"/>
            <ac:picMk id="6146" creationId="{E828A36D-52D0-094C-98C9-2EBFDEBA44CA}"/>
          </ac:picMkLst>
        </pc:picChg>
      </pc:sldChg>
      <pc:sldChg chg="modSp">
        <pc:chgData name="Tong ZHOU" userId="S::lczhoutong@ust.hk::87cffab1-5c12-4ef9-b76c-5aed18ea936e" providerId="AD" clId="Web-{DB7CD95B-5F6E-C584-BB56-8796953B9743}" dt="2022-06-06T03:12:48.386" v="78" actId="20577"/>
        <pc:sldMkLst>
          <pc:docMk/>
          <pc:sldMk cId="2032633224" sldId="263"/>
        </pc:sldMkLst>
        <pc:spChg chg="mod">
          <ac:chgData name="Tong ZHOU" userId="S::lczhoutong@ust.hk::87cffab1-5c12-4ef9-b76c-5aed18ea936e" providerId="AD" clId="Web-{DB7CD95B-5F6E-C584-BB56-8796953B9743}" dt="2022-06-06T03:12:48.386" v="78" actId="20577"/>
          <ac:spMkLst>
            <pc:docMk/>
            <pc:sldMk cId="2032633224" sldId="263"/>
            <ac:spMk id="9" creationId="{E82A0274-A1F7-854C-A924-6481148178AA}"/>
          </ac:spMkLst>
        </pc:spChg>
      </pc:sldChg>
      <pc:sldChg chg="modSp">
        <pc:chgData name="Tong ZHOU" userId="S::lczhoutong@ust.hk::87cffab1-5c12-4ef9-b76c-5aed18ea936e" providerId="AD" clId="Web-{DB7CD95B-5F6E-C584-BB56-8796953B9743}" dt="2022-06-06T03:10:36.989" v="56" actId="1076"/>
        <pc:sldMkLst>
          <pc:docMk/>
          <pc:sldMk cId="4070258633" sldId="264"/>
        </pc:sldMkLst>
        <pc:picChg chg="mod">
          <ac:chgData name="Tong ZHOU" userId="S::lczhoutong@ust.hk::87cffab1-5c12-4ef9-b76c-5aed18ea936e" providerId="AD" clId="Web-{DB7CD95B-5F6E-C584-BB56-8796953B9743}" dt="2022-06-06T03:10:36.989" v="56" actId="1076"/>
          <ac:picMkLst>
            <pc:docMk/>
            <pc:sldMk cId="4070258633" sldId="264"/>
            <ac:picMk id="5122" creationId="{A28F4AFB-A01F-AB4F-980F-05B0E21CE12D}"/>
          </ac:picMkLst>
        </pc:picChg>
      </pc:sldChg>
      <pc:sldChg chg="modSp">
        <pc:chgData name="Tong ZHOU" userId="S::lczhoutong@ust.hk::87cffab1-5c12-4ef9-b76c-5aed18ea936e" providerId="AD" clId="Web-{DB7CD95B-5F6E-C584-BB56-8796953B9743}" dt="2022-06-06T03:13:42.357" v="83"/>
        <pc:sldMkLst>
          <pc:docMk/>
          <pc:sldMk cId="3080558385" sldId="265"/>
        </pc:sldMkLst>
        <pc:graphicFrameChg chg="mod modGraphic">
          <ac:chgData name="Tong ZHOU" userId="S::lczhoutong@ust.hk::87cffab1-5c12-4ef9-b76c-5aed18ea936e" providerId="AD" clId="Web-{DB7CD95B-5F6E-C584-BB56-8796953B9743}" dt="2022-06-06T03:13:42.357" v="83"/>
          <ac:graphicFrameMkLst>
            <pc:docMk/>
            <pc:sldMk cId="3080558385" sldId="265"/>
            <ac:graphicFrameMk id="3" creationId="{39EFF687-EF34-FD4A-B828-3DCEFBDBDCEF}"/>
          </ac:graphicFrameMkLst>
        </pc:graphicFrameChg>
      </pc:sldChg>
      <pc:sldChg chg="delSp modSp">
        <pc:chgData name="Tong ZHOU" userId="S::lczhoutong@ust.hk::87cffab1-5c12-4ef9-b76c-5aed18ea936e" providerId="AD" clId="Web-{DB7CD95B-5F6E-C584-BB56-8796953B9743}" dt="2022-06-06T03:25:06" v="259"/>
        <pc:sldMkLst>
          <pc:docMk/>
          <pc:sldMk cId="453471486" sldId="266"/>
        </pc:sldMkLst>
        <pc:spChg chg="mod">
          <ac:chgData name="Tong ZHOU" userId="S::lczhoutong@ust.hk::87cffab1-5c12-4ef9-b76c-5aed18ea936e" providerId="AD" clId="Web-{DB7CD95B-5F6E-C584-BB56-8796953B9743}" dt="2022-06-06T03:24:56.796" v="257" actId="20577"/>
          <ac:spMkLst>
            <pc:docMk/>
            <pc:sldMk cId="453471486" sldId="266"/>
            <ac:spMk id="9" creationId="{E82A0274-A1F7-854C-A924-6481148178AA}"/>
          </ac:spMkLst>
        </pc:spChg>
        <pc:spChg chg="del mod">
          <ac:chgData name="Tong ZHOU" userId="S::lczhoutong@ust.hk::87cffab1-5c12-4ef9-b76c-5aed18ea936e" providerId="AD" clId="Web-{DB7CD95B-5F6E-C584-BB56-8796953B9743}" dt="2022-06-06T03:25:06" v="259"/>
          <ac:spMkLst>
            <pc:docMk/>
            <pc:sldMk cId="453471486" sldId="266"/>
            <ac:spMk id="11" creationId="{499936B8-3A57-1742-98A4-944C75A077F7}"/>
          </ac:spMkLst>
        </pc:spChg>
      </pc:sldChg>
      <pc:sldChg chg="modSp">
        <pc:chgData name="Tong ZHOU" userId="S::lczhoutong@ust.hk::87cffab1-5c12-4ef9-b76c-5aed18ea936e" providerId="AD" clId="Web-{DB7CD95B-5F6E-C584-BB56-8796953B9743}" dt="2022-06-06T03:06:22.789" v="45" actId="20577"/>
        <pc:sldMkLst>
          <pc:docMk/>
          <pc:sldMk cId="2754101301" sldId="268"/>
        </pc:sldMkLst>
        <pc:spChg chg="mod">
          <ac:chgData name="Tong ZHOU" userId="S::lczhoutong@ust.hk::87cffab1-5c12-4ef9-b76c-5aed18ea936e" providerId="AD" clId="Web-{DB7CD95B-5F6E-C584-BB56-8796953B9743}" dt="2022-06-06T03:06:22.789" v="45" actId="20577"/>
          <ac:spMkLst>
            <pc:docMk/>
            <pc:sldMk cId="2754101301" sldId="268"/>
            <ac:spMk id="7" creationId="{9A340EEB-8B2B-2346-A50C-7CF948F32769}"/>
          </ac:spMkLst>
        </pc:spChg>
        <pc:graphicFrameChg chg="mod">
          <ac:chgData name="Tong ZHOU" userId="S::lczhoutong@ust.hk::87cffab1-5c12-4ef9-b76c-5aed18ea936e" providerId="AD" clId="Web-{DB7CD95B-5F6E-C584-BB56-8796953B9743}" dt="2022-06-06T03:02:33.028" v="12" actId="1076"/>
          <ac:graphicFrameMkLst>
            <pc:docMk/>
            <pc:sldMk cId="2754101301" sldId="268"/>
            <ac:graphicFrameMk id="2" creationId="{8800805B-4F0B-174D-B81D-DAC5CB995DA5}"/>
          </ac:graphicFrameMkLst>
        </pc:graphicFrameChg>
      </pc:sldChg>
      <pc:sldChg chg="delSp modSp">
        <pc:chgData name="Tong ZHOU" userId="S::lczhoutong@ust.hk::87cffab1-5c12-4ef9-b76c-5aed18ea936e" providerId="AD" clId="Web-{DB7CD95B-5F6E-C584-BB56-8796953B9743}" dt="2022-06-06T03:13:03.324" v="80" actId="20577"/>
        <pc:sldMkLst>
          <pc:docMk/>
          <pc:sldMk cId="1246634957" sldId="269"/>
        </pc:sldMkLst>
        <pc:spChg chg="del">
          <ac:chgData name="Tong ZHOU" userId="S::lczhoutong@ust.hk::87cffab1-5c12-4ef9-b76c-5aed18ea936e" providerId="AD" clId="Web-{DB7CD95B-5F6E-C584-BB56-8796953B9743}" dt="2022-06-06T03:12:11.884" v="70"/>
          <ac:spMkLst>
            <pc:docMk/>
            <pc:sldMk cId="1246634957" sldId="269"/>
            <ac:spMk id="4" creationId="{6E543CF7-1E09-AB4E-B3A5-CEFFCFECBB85}"/>
          </ac:spMkLst>
        </pc:spChg>
        <pc:spChg chg="mod">
          <ac:chgData name="Tong ZHOU" userId="S::lczhoutong@ust.hk::87cffab1-5c12-4ef9-b76c-5aed18ea936e" providerId="AD" clId="Web-{DB7CD95B-5F6E-C584-BB56-8796953B9743}" dt="2022-06-06T03:13:03.324" v="80" actId="20577"/>
          <ac:spMkLst>
            <pc:docMk/>
            <pc:sldMk cId="1246634957" sldId="269"/>
            <ac:spMk id="9" creationId="{E82A0274-A1F7-854C-A924-6481148178AA}"/>
          </ac:spMkLst>
        </pc:spChg>
        <pc:picChg chg="mod">
          <ac:chgData name="Tong ZHOU" userId="S::lczhoutong@ust.hk::87cffab1-5c12-4ef9-b76c-5aed18ea936e" providerId="AD" clId="Web-{DB7CD95B-5F6E-C584-BB56-8796953B9743}" dt="2022-06-06T03:12:31.900" v="76" actId="1076"/>
          <ac:picMkLst>
            <pc:docMk/>
            <pc:sldMk cId="1246634957" sldId="269"/>
            <ac:picMk id="2" creationId="{54C18A20-291D-AAB7-C276-BA8263DE236D}"/>
          </ac:picMkLst>
        </pc:picChg>
      </pc:sldChg>
      <pc:sldChg chg="addSp modSp">
        <pc:chgData name="Tong ZHOU" userId="S::lczhoutong@ust.hk::87cffab1-5c12-4ef9-b76c-5aed18ea936e" providerId="AD" clId="Web-{DB7CD95B-5F6E-C584-BB56-8796953B9743}" dt="2022-06-06T03:24:06.340" v="254"/>
        <pc:sldMkLst>
          <pc:docMk/>
          <pc:sldMk cId="1828759812" sldId="270"/>
        </pc:sldMkLst>
        <pc:spChg chg="mod">
          <ac:chgData name="Tong ZHOU" userId="S::lczhoutong@ust.hk::87cffab1-5c12-4ef9-b76c-5aed18ea936e" providerId="AD" clId="Web-{DB7CD95B-5F6E-C584-BB56-8796953B9743}" dt="2022-06-06T03:22:24.664" v="226" actId="20577"/>
          <ac:spMkLst>
            <pc:docMk/>
            <pc:sldMk cId="1828759812" sldId="270"/>
            <ac:spMk id="3" creationId="{0A828AAB-8E05-344F-3A47-DA367FCBBBEF}"/>
          </ac:spMkLst>
        </pc:spChg>
        <pc:spChg chg="mod">
          <ac:chgData name="Tong ZHOU" userId="S::lczhoutong@ust.hk::87cffab1-5c12-4ef9-b76c-5aed18ea936e" providerId="AD" clId="Web-{DB7CD95B-5F6E-C584-BB56-8796953B9743}" dt="2022-06-06T03:22:14.913" v="223" actId="1076"/>
          <ac:spMkLst>
            <pc:docMk/>
            <pc:sldMk cId="1828759812" sldId="270"/>
            <ac:spMk id="8" creationId="{9DCFD1AB-BF8F-85EC-0DC3-D07B3D61F7D6}"/>
          </ac:spMkLst>
        </pc:spChg>
        <pc:spChg chg="mod">
          <ac:chgData name="Tong ZHOU" userId="S::lczhoutong@ust.hk::87cffab1-5c12-4ef9-b76c-5aed18ea936e" providerId="AD" clId="Web-{DB7CD95B-5F6E-C584-BB56-8796953B9743}" dt="2022-06-06T03:24:06.340" v="254"/>
          <ac:spMkLst>
            <pc:docMk/>
            <pc:sldMk cId="1828759812" sldId="270"/>
            <ac:spMk id="9" creationId="{E82A0274-A1F7-854C-A924-6481148178AA}"/>
          </ac:spMkLst>
        </pc:spChg>
        <pc:graphicFrameChg chg="add mod modGraphic">
          <ac:chgData name="Tong ZHOU" userId="S::lczhoutong@ust.hk::87cffab1-5c12-4ef9-b76c-5aed18ea936e" providerId="AD" clId="Web-{DB7CD95B-5F6E-C584-BB56-8796953B9743}" dt="2022-06-06T03:23:47.511" v="252"/>
          <ac:graphicFrameMkLst>
            <pc:docMk/>
            <pc:sldMk cId="1828759812" sldId="270"/>
            <ac:graphicFrameMk id="10" creationId="{1C3C155D-D88A-E839-1B14-8AF44045A89F}"/>
          </ac:graphicFrameMkLst>
        </pc:graphicFrameChg>
        <pc:picChg chg="mod">
          <ac:chgData name="Tong ZHOU" userId="S::lczhoutong@ust.hk::87cffab1-5c12-4ef9-b76c-5aed18ea936e" providerId="AD" clId="Web-{DB7CD95B-5F6E-C584-BB56-8796953B9743}" dt="2022-06-06T03:22:18.913" v="224" actId="1076"/>
          <ac:picMkLst>
            <pc:docMk/>
            <pc:sldMk cId="1828759812" sldId="270"/>
            <ac:picMk id="2" creationId="{54C18A20-291D-AAB7-C276-BA8263DE236D}"/>
          </ac:picMkLst>
        </pc:picChg>
        <pc:picChg chg="mod">
          <ac:chgData name="Tong ZHOU" userId="S::lczhoutong@ust.hk::87cffab1-5c12-4ef9-b76c-5aed18ea936e" providerId="AD" clId="Web-{DB7CD95B-5F6E-C584-BB56-8796953B9743}" dt="2022-06-06T03:22:12.085" v="222" actId="1076"/>
          <ac:picMkLst>
            <pc:docMk/>
            <pc:sldMk cId="1828759812" sldId="270"/>
            <ac:picMk id="7" creationId="{84F2FA99-0DA1-9236-99A1-1713F7918BFA}"/>
          </ac:picMkLst>
        </pc:picChg>
      </pc:sldChg>
    </pc:docChg>
  </pc:docChgLst>
  <pc:docChgLst>
    <pc:chgData name="来宾用户" userId="S::urn:spo:anon#fe5b8cb3964ca0fa1720a43b52db92882a961297cf67fe1d08d6553ad1a5532e::" providerId="AD" clId="Web-{8AD50D62-66B6-69DC-295B-DA4C9C5D8835}"/>
    <pc:docChg chg="modSld">
      <pc:chgData name="来宾用户" userId="S::urn:spo:anon#fe5b8cb3964ca0fa1720a43b52db92882a961297cf67fe1d08d6553ad1a5532e::" providerId="AD" clId="Web-{8AD50D62-66B6-69DC-295B-DA4C9C5D8835}" dt="2022-06-09T03:14:13.939" v="131" actId="1076"/>
      <pc:docMkLst>
        <pc:docMk/>
      </pc:docMkLst>
      <pc:sldChg chg="modSp">
        <pc:chgData name="来宾用户" userId="S::urn:spo:anon#fe5b8cb3964ca0fa1720a43b52db92882a961297cf67fe1d08d6553ad1a5532e::" providerId="AD" clId="Web-{8AD50D62-66B6-69DC-295B-DA4C9C5D8835}" dt="2022-06-09T02:46:03.637" v="55" actId="20577"/>
        <pc:sldMkLst>
          <pc:docMk/>
          <pc:sldMk cId="4156349386" sldId="258"/>
        </pc:sldMkLst>
        <pc:spChg chg="mod">
          <ac:chgData name="来宾用户" userId="S::urn:spo:anon#fe5b8cb3964ca0fa1720a43b52db92882a961297cf67fe1d08d6553ad1a5532e::" providerId="AD" clId="Web-{8AD50D62-66B6-69DC-295B-DA4C9C5D8835}" dt="2022-06-09T02:46:03.637" v="55" actId="20577"/>
          <ac:spMkLst>
            <pc:docMk/>
            <pc:sldMk cId="4156349386" sldId="258"/>
            <ac:spMk id="4" creationId="{C2DF67F8-BD21-F52B-89B0-7F968CFB9E7C}"/>
          </ac:spMkLst>
        </pc:spChg>
      </pc:sldChg>
      <pc:sldChg chg="addSp delSp modSp modNotes">
        <pc:chgData name="来宾用户" userId="S::urn:spo:anon#fe5b8cb3964ca0fa1720a43b52db92882a961297cf67fe1d08d6553ad1a5532e::" providerId="AD" clId="Web-{8AD50D62-66B6-69DC-295B-DA4C9C5D8835}" dt="2022-06-09T03:14:13.939" v="131" actId="1076"/>
        <pc:sldMkLst>
          <pc:docMk/>
          <pc:sldMk cId="2754101301" sldId="268"/>
        </pc:sldMkLst>
        <pc:spChg chg="add mod">
          <ac:chgData name="来宾用户" userId="S::urn:spo:anon#fe5b8cb3964ca0fa1720a43b52db92882a961297cf67fe1d08d6553ad1a5532e::" providerId="AD" clId="Web-{8AD50D62-66B6-69DC-295B-DA4C9C5D8835}" dt="2022-06-09T03:13:51.188" v="128" actId="20577"/>
          <ac:spMkLst>
            <pc:docMk/>
            <pc:sldMk cId="2754101301" sldId="268"/>
            <ac:spMk id="3" creationId="{EFB66D22-13BB-2C07-BB05-6CE89A6AD1FB}"/>
          </ac:spMkLst>
        </pc:spChg>
        <pc:spChg chg="mod">
          <ac:chgData name="来宾用户" userId="S::urn:spo:anon#fe5b8cb3964ca0fa1720a43b52db92882a961297cf67fe1d08d6553ad1a5532e::" providerId="AD" clId="Web-{8AD50D62-66B6-69DC-295B-DA4C9C5D8835}" dt="2022-06-09T02:58:39.200" v="57" actId="20577"/>
          <ac:spMkLst>
            <pc:docMk/>
            <pc:sldMk cId="2754101301" sldId="268"/>
            <ac:spMk id="7" creationId="{9A340EEB-8B2B-2346-A50C-7CF948F32769}"/>
          </ac:spMkLst>
        </pc:spChg>
        <pc:spChg chg="add mod">
          <ac:chgData name="来宾用户" userId="S::urn:spo:anon#fe5b8cb3964ca0fa1720a43b52db92882a961297cf67fe1d08d6553ad1a5532e::" providerId="AD" clId="Web-{8AD50D62-66B6-69DC-295B-DA4C9C5D8835}" dt="2022-06-09T03:14:04.813" v="130"/>
          <ac:spMkLst>
            <pc:docMk/>
            <pc:sldMk cId="2754101301" sldId="268"/>
            <ac:spMk id="14" creationId="{C5163DDB-B7D6-C545-8B9C-EF367684B457}"/>
          </ac:spMkLst>
        </pc:spChg>
        <pc:graphicFrameChg chg="del mod modGraphic">
          <ac:chgData name="来宾用户" userId="S::urn:spo:anon#fe5b8cb3964ca0fa1720a43b52db92882a961297cf67fe1d08d6553ad1a5532e::" providerId="AD" clId="Web-{8AD50D62-66B6-69DC-295B-DA4C9C5D8835}" dt="2022-06-09T03:14:04.813" v="130"/>
          <ac:graphicFrameMkLst>
            <pc:docMk/>
            <pc:sldMk cId="2754101301" sldId="268"/>
            <ac:graphicFrameMk id="2" creationId="{8800805B-4F0B-174D-B81D-DAC5CB995DA5}"/>
          </ac:graphicFrameMkLst>
        </pc:graphicFrameChg>
        <pc:graphicFrameChg chg="add del mod">
          <ac:chgData name="来宾用户" userId="S::urn:spo:anon#fe5b8cb3964ca0fa1720a43b52db92882a961297cf67fe1d08d6553ad1a5532e::" providerId="AD" clId="Web-{8AD50D62-66B6-69DC-295B-DA4C9C5D8835}" dt="2022-06-09T03:12:10.655" v="103"/>
          <ac:graphicFrameMkLst>
            <pc:docMk/>
            <pc:sldMk cId="2754101301" sldId="268"/>
            <ac:graphicFrameMk id="8" creationId="{DDED3EE4-5235-D922-2B42-71CB7EDEA517}"/>
          </ac:graphicFrameMkLst>
        </pc:graphicFrameChg>
        <pc:graphicFrameChg chg="add del mod modGraphic">
          <ac:chgData name="来宾用户" userId="S::urn:spo:anon#fe5b8cb3964ca0fa1720a43b52db92882a961297cf67fe1d08d6553ad1a5532e::" providerId="AD" clId="Web-{8AD50D62-66B6-69DC-295B-DA4C9C5D8835}" dt="2022-06-09T03:13:54.688" v="129"/>
          <ac:graphicFrameMkLst>
            <pc:docMk/>
            <pc:sldMk cId="2754101301" sldId="268"/>
            <ac:graphicFrameMk id="10" creationId="{BEF682FF-06B2-8574-BDAB-B1C76536140E}"/>
          </ac:graphicFrameMkLst>
        </pc:graphicFrameChg>
        <pc:picChg chg="add mod">
          <ac:chgData name="来宾用户" userId="S::urn:spo:anon#fe5b8cb3964ca0fa1720a43b52db92882a961297cf67fe1d08d6553ad1a5532e::" providerId="AD" clId="Web-{8AD50D62-66B6-69DC-295B-DA4C9C5D8835}" dt="2022-06-09T03:14:13.939" v="131" actId="1076"/>
          <ac:picMkLst>
            <pc:docMk/>
            <pc:sldMk cId="2754101301" sldId="268"/>
            <ac:picMk id="12" creationId="{6A377CAC-5683-19F4-9386-A6619CA1BA82}"/>
          </ac:picMkLst>
        </pc:picChg>
      </pc:sldChg>
      <pc:sldChg chg="modSp modNotes">
        <pc:chgData name="来宾用户" userId="S::urn:spo:anon#fe5b8cb3964ca0fa1720a43b52db92882a961297cf67fe1d08d6553ad1a5532e::" providerId="AD" clId="Web-{8AD50D62-66B6-69DC-295B-DA4C9C5D8835}" dt="2022-06-09T03:10:15.308" v="95" actId="1076"/>
        <pc:sldMkLst>
          <pc:docMk/>
          <pc:sldMk cId="674314525" sldId="271"/>
        </pc:sldMkLst>
        <pc:graphicFrameChg chg="mod modGraphic">
          <ac:chgData name="来宾用户" userId="S::urn:spo:anon#fe5b8cb3964ca0fa1720a43b52db92882a961297cf67fe1d08d6553ad1a5532e::" providerId="AD" clId="Web-{8AD50D62-66B6-69DC-295B-DA4C9C5D8835}" dt="2022-06-09T03:10:15.308" v="95" actId="1076"/>
          <ac:graphicFrameMkLst>
            <pc:docMk/>
            <pc:sldMk cId="674314525" sldId="271"/>
            <ac:graphicFrameMk id="3" creationId="{39EFF687-EF34-FD4A-B828-3DCEFBDBDCEF}"/>
          </ac:graphicFrameMkLst>
        </pc:graphicFrameChg>
      </pc:sldChg>
    </pc:docChg>
  </pc:docChgLst>
  <pc:docChgLst>
    <pc:chgData name="Tong ZHOU" userId="S::lczhoutong@ust.hk::87cffab1-5c12-4ef9-b76c-5aed18ea936e" providerId="AD" clId="Web-{BB3E52D2-286A-66FD-3F3D-21F430477DC3}"/>
    <pc:docChg chg="modSld">
      <pc:chgData name="Tong ZHOU" userId="S::lczhoutong@ust.hk::87cffab1-5c12-4ef9-b76c-5aed18ea936e" providerId="AD" clId="Web-{BB3E52D2-286A-66FD-3F3D-21F430477DC3}" dt="2022-06-09T05:54:49.818" v="82" actId="20577"/>
      <pc:docMkLst>
        <pc:docMk/>
      </pc:docMkLst>
      <pc:sldChg chg="delSp modSp modNotes">
        <pc:chgData name="Tong ZHOU" userId="S::lczhoutong@ust.hk::87cffab1-5c12-4ef9-b76c-5aed18ea936e" providerId="AD" clId="Web-{BB3E52D2-286A-66FD-3F3D-21F430477DC3}" dt="2022-06-09T05:54:05.488" v="75" actId="1076"/>
        <pc:sldMkLst>
          <pc:docMk/>
          <pc:sldMk cId="2869592802" sldId="261"/>
        </pc:sldMkLst>
        <pc:spChg chg="mod">
          <ac:chgData name="Tong ZHOU" userId="S::lczhoutong@ust.hk::87cffab1-5c12-4ef9-b76c-5aed18ea936e" providerId="AD" clId="Web-{BB3E52D2-286A-66FD-3F3D-21F430477DC3}" dt="2022-06-09T05:54:01.629" v="74" actId="1076"/>
          <ac:spMkLst>
            <pc:docMk/>
            <pc:sldMk cId="2869592802" sldId="261"/>
            <ac:spMk id="3" creationId="{DF20701E-AA1D-9549-BBF2-31DB91650804}"/>
          </ac:spMkLst>
        </pc:spChg>
        <pc:spChg chg="del mod">
          <ac:chgData name="Tong ZHOU" userId="S::lczhoutong@ust.hk::87cffab1-5c12-4ef9-b76c-5aed18ea936e" providerId="AD" clId="Web-{BB3E52D2-286A-66FD-3F3D-21F430477DC3}" dt="2022-06-09T05:53:52.441" v="72"/>
          <ac:spMkLst>
            <pc:docMk/>
            <pc:sldMk cId="2869592802" sldId="261"/>
            <ac:spMk id="9" creationId="{E82A0274-A1F7-854C-A924-6481148178AA}"/>
          </ac:spMkLst>
        </pc:spChg>
        <pc:graphicFrameChg chg="mod modGraphic">
          <ac:chgData name="Tong ZHOU" userId="S::lczhoutong@ust.hk::87cffab1-5c12-4ef9-b76c-5aed18ea936e" providerId="AD" clId="Web-{BB3E52D2-286A-66FD-3F3D-21F430477DC3}" dt="2022-06-09T05:54:05.488" v="75" actId="1076"/>
          <ac:graphicFrameMkLst>
            <pc:docMk/>
            <pc:sldMk cId="2869592802" sldId="261"/>
            <ac:graphicFrameMk id="2" creationId="{C5EAE3CB-B228-2049-A277-09970A57C22C}"/>
          </ac:graphicFrameMkLst>
        </pc:graphicFrameChg>
      </pc:sldChg>
      <pc:sldChg chg="addSp delSp modSp">
        <pc:chgData name="Tong ZHOU" userId="S::lczhoutong@ust.hk::87cffab1-5c12-4ef9-b76c-5aed18ea936e" providerId="AD" clId="Web-{BB3E52D2-286A-66FD-3F3D-21F430477DC3}" dt="2022-06-09T05:46:41.507" v="53" actId="1076"/>
        <pc:sldMkLst>
          <pc:docMk/>
          <pc:sldMk cId="2754101301" sldId="268"/>
        </pc:sldMkLst>
        <pc:spChg chg="mod">
          <ac:chgData name="Tong ZHOU" userId="S::lczhoutong@ust.hk::87cffab1-5c12-4ef9-b76c-5aed18ea936e" providerId="AD" clId="Web-{BB3E52D2-286A-66FD-3F3D-21F430477DC3}" dt="2022-06-09T05:44:50.488" v="14" actId="20577"/>
          <ac:spMkLst>
            <pc:docMk/>
            <pc:sldMk cId="2754101301" sldId="268"/>
            <ac:spMk id="3" creationId="{EFB66D22-13BB-2C07-BB05-6CE89A6AD1FB}"/>
          </ac:spMkLst>
        </pc:spChg>
        <pc:spChg chg="add del mod">
          <ac:chgData name="Tong ZHOU" userId="S::lczhoutong@ust.hk::87cffab1-5c12-4ef9-b76c-5aed18ea936e" providerId="AD" clId="Web-{BB3E52D2-286A-66FD-3F3D-21F430477DC3}" dt="2022-06-09T05:34:29.689" v="5"/>
          <ac:spMkLst>
            <pc:docMk/>
            <pc:sldMk cId="2754101301" sldId="268"/>
            <ac:spMk id="4" creationId="{D21D2B95-530C-15E7-5B0B-D34F27327504}"/>
          </ac:spMkLst>
        </pc:spChg>
        <pc:spChg chg="add mod">
          <ac:chgData name="Tong ZHOU" userId="S::lczhoutong@ust.hk::87cffab1-5c12-4ef9-b76c-5aed18ea936e" providerId="AD" clId="Web-{BB3E52D2-286A-66FD-3F3D-21F430477DC3}" dt="2022-06-09T05:46:41.507" v="53" actId="1076"/>
          <ac:spMkLst>
            <pc:docMk/>
            <pc:sldMk cId="2754101301" sldId="268"/>
            <ac:spMk id="8" creationId="{50056CFF-EB9F-1C33-60EA-9068CEAA47B1}"/>
          </ac:spMkLst>
        </pc:spChg>
        <pc:spChg chg="add mod">
          <ac:chgData name="Tong ZHOU" userId="S::lczhoutong@ust.hk::87cffab1-5c12-4ef9-b76c-5aed18ea936e" providerId="AD" clId="Web-{BB3E52D2-286A-66FD-3F3D-21F430477DC3}" dt="2022-06-09T05:46:35.382" v="52" actId="1076"/>
          <ac:spMkLst>
            <pc:docMk/>
            <pc:sldMk cId="2754101301" sldId="268"/>
            <ac:spMk id="9" creationId="{09B8A81D-65CE-1CE6-FEA4-5CB53007CE72}"/>
          </ac:spMkLst>
        </pc:spChg>
        <pc:spChg chg="del mod">
          <ac:chgData name="Tong ZHOU" userId="S::lczhoutong@ust.hk::87cffab1-5c12-4ef9-b76c-5aed18ea936e" providerId="AD" clId="Web-{BB3E52D2-286A-66FD-3F3D-21F430477DC3}" dt="2022-06-09T05:34:24.345" v="4"/>
          <ac:spMkLst>
            <pc:docMk/>
            <pc:sldMk cId="2754101301" sldId="268"/>
            <ac:spMk id="14" creationId="{C5163DDB-B7D6-C545-8B9C-EF367684B457}"/>
          </ac:spMkLst>
        </pc:spChg>
        <pc:picChg chg="mod">
          <ac:chgData name="Tong ZHOU" userId="S::lczhoutong@ust.hk::87cffab1-5c12-4ef9-b76c-5aed18ea936e" providerId="AD" clId="Web-{BB3E52D2-286A-66FD-3F3D-21F430477DC3}" dt="2022-06-09T05:45:20.254" v="27" actId="1076"/>
          <ac:picMkLst>
            <pc:docMk/>
            <pc:sldMk cId="2754101301" sldId="268"/>
            <ac:picMk id="12" creationId="{6A377CAC-5683-19F4-9386-A6619CA1BA82}"/>
          </ac:picMkLst>
        </pc:picChg>
      </pc:sldChg>
      <pc:sldChg chg="modSp">
        <pc:chgData name="Tong ZHOU" userId="S::lczhoutong@ust.hk::87cffab1-5c12-4ef9-b76c-5aed18ea936e" providerId="AD" clId="Web-{BB3E52D2-286A-66FD-3F3D-21F430477DC3}" dt="2022-06-09T05:54:49.818" v="82" actId="20577"/>
        <pc:sldMkLst>
          <pc:docMk/>
          <pc:sldMk cId="330103145" sldId="270"/>
        </pc:sldMkLst>
        <pc:spChg chg="mod">
          <ac:chgData name="Tong ZHOU" userId="S::lczhoutong@ust.hk::87cffab1-5c12-4ef9-b76c-5aed18ea936e" providerId="AD" clId="Web-{BB3E52D2-286A-66FD-3F3D-21F430477DC3}" dt="2022-06-09T05:54:49.818" v="82" actId="20577"/>
          <ac:spMkLst>
            <pc:docMk/>
            <pc:sldMk cId="330103145" sldId="270"/>
            <ac:spMk id="9" creationId="{E82A0274-A1F7-854C-A924-6481148178AA}"/>
          </ac:spMkLst>
        </pc:spChg>
      </pc:sldChg>
      <pc:sldChg chg="modSp">
        <pc:chgData name="Tong ZHOU" userId="S::lczhoutong@ust.hk::87cffab1-5c12-4ef9-b76c-5aed18ea936e" providerId="AD" clId="Web-{BB3E52D2-286A-66FD-3F3D-21F430477DC3}" dt="2022-06-09T05:52:54.799" v="67"/>
        <pc:sldMkLst>
          <pc:docMk/>
          <pc:sldMk cId="2993353710" sldId="272"/>
        </pc:sldMkLst>
        <pc:spChg chg="mod">
          <ac:chgData name="Tong ZHOU" userId="S::lczhoutong@ust.hk::87cffab1-5c12-4ef9-b76c-5aed18ea936e" providerId="AD" clId="Web-{BB3E52D2-286A-66FD-3F3D-21F430477DC3}" dt="2022-06-09T05:52:54.799" v="67"/>
          <ac:spMkLst>
            <pc:docMk/>
            <pc:sldMk cId="2993353710" sldId="272"/>
            <ac:spMk id="9" creationId="{E82A0274-A1F7-854C-A924-6481148178A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1_2E06BCF9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 of the whole Chinese population 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李 Li</c:v>
                </c:pt>
                <c:pt idx="1">
                  <c:v>王 Wang</c:v>
                </c:pt>
                <c:pt idx="2">
                  <c:v>张 Zhang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</c:v>
                </c:pt>
                <c:pt idx="1">
                  <c:v>7.4</c:v>
                </c:pt>
                <c:pt idx="2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3-4505-B517-D1F5FF507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李 Li</c:v>
                </c:pt>
                <c:pt idx="1">
                  <c:v>王 Wang</c:v>
                </c:pt>
                <c:pt idx="2">
                  <c:v>张 Zhang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063-4505-B517-D1F5FF50781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3"/>
                <c:pt idx="0">
                  <c:v>李 Li</c:v>
                </c:pt>
                <c:pt idx="1">
                  <c:v>王 Wang</c:v>
                </c:pt>
                <c:pt idx="2">
                  <c:v>张 Zhang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063-4505-B517-D1F5FF507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71795664"/>
        <c:axId val="771798992"/>
        <c:axId val="0"/>
      </c:bar3DChart>
      <c:catAx>
        <c:axId val="77179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798992"/>
        <c:crosses val="autoZero"/>
        <c:auto val="1"/>
        <c:lblAlgn val="ctr"/>
        <c:lblOffset val="100"/>
        <c:noMultiLvlLbl val="0"/>
      </c:catAx>
      <c:valAx>
        <c:axId val="77179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795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8315C-91ED-43AD-9811-E4B30F3A6104}" type="datetimeFigureOut">
              <a:rPr lang="zh-HK" altLang="en-US" smtClean="0"/>
              <a:t>24/6/2022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58A13-320E-4B67-9C01-CB199D31809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47677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622E9-F201-F14A-BA9A-68DAABA4A17E}" type="datetimeFigureOut">
              <a:rPr kumimoji="1" lang="zh-CN" altLang="en-US" smtClean="0"/>
              <a:t>2022/6/24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44656-DA7A-7E41-88FC-D7C0E3E1E3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035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Hello students, welcome to C1 elementary Chinese course, today our topic is Chinese Names.</a:t>
            </a:r>
            <a:endParaRPr lang="en-US" altLang="zh-CN">
              <a:latin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346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6887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let's learn how to introduce yourself, When you introduce your yourself. For example, I'm </a:t>
            </a:r>
            <a:r>
              <a:rPr lang="zh-CN" altLang="en-US">
                <a:ea typeface="等线"/>
              </a:rPr>
              <a:t>王鹏，</a:t>
            </a:r>
            <a:r>
              <a:rPr lang="en-US"/>
              <a:t>you can say "</a:t>
            </a:r>
            <a:r>
              <a:rPr lang="zh-CN" altLang="en-US">
                <a:ea typeface="等线"/>
              </a:rPr>
              <a:t>我叫王鹏</a:t>
            </a:r>
            <a:r>
              <a:rPr lang="en-US"/>
              <a:t>"</a:t>
            </a:r>
            <a:r>
              <a:rPr lang="zh-CN" altLang="en-US">
                <a:ea typeface="等线"/>
              </a:rPr>
              <a:t>。</a:t>
            </a:r>
            <a:r>
              <a:rPr lang="en-US" altLang="zh-CN">
                <a:ea typeface="等线"/>
              </a:rPr>
              <a:t>“</a:t>
            </a:r>
            <a:r>
              <a:rPr lang="zh-CN" altLang="en-US">
                <a:ea typeface="等线"/>
              </a:rPr>
              <a:t>我</a:t>
            </a:r>
            <a:r>
              <a:rPr lang="en-US" altLang="zh-CN">
                <a:ea typeface="等线"/>
              </a:rPr>
              <a:t>” </a:t>
            </a:r>
            <a:r>
              <a:rPr lang="en-US"/>
              <a:t>means</a:t>
            </a:r>
            <a:r>
              <a:rPr lang="en-US" altLang="zh-CN">
                <a:ea typeface="等线"/>
              </a:rPr>
              <a:t> </a:t>
            </a:r>
            <a:r>
              <a:rPr lang="en-US"/>
              <a:t>"I",</a:t>
            </a:r>
            <a:r>
              <a:rPr lang="en-US" altLang="zh-CN">
                <a:ea typeface="等线"/>
              </a:rPr>
              <a:t> “</a:t>
            </a:r>
            <a:r>
              <a:rPr lang="zh-CN" altLang="en-US">
                <a:ea typeface="等线"/>
              </a:rPr>
              <a:t>叫</a:t>
            </a:r>
            <a:r>
              <a:rPr lang="en-US" altLang="zh-CN">
                <a:ea typeface="等线"/>
              </a:rPr>
              <a:t> ” </a:t>
            </a:r>
            <a:r>
              <a:rPr lang="en-US"/>
              <a:t>means</a:t>
            </a:r>
            <a:r>
              <a:rPr lang="en-US" altLang="zh-CN">
                <a:ea typeface="等线"/>
              </a:rPr>
              <a:t> “ </a:t>
            </a:r>
            <a:r>
              <a:rPr lang="en-US"/>
              <a:t>to</a:t>
            </a:r>
            <a:r>
              <a:rPr lang="en-US" altLang="zh-CN">
                <a:ea typeface="等线"/>
              </a:rPr>
              <a:t> </a:t>
            </a:r>
            <a:r>
              <a:rPr lang="en-US"/>
              <a:t>call</a:t>
            </a:r>
            <a:r>
              <a:rPr lang="en-US" altLang="zh-CN">
                <a:ea typeface="等线"/>
              </a:rPr>
              <a:t>”</a:t>
            </a:r>
            <a:r>
              <a:rPr lang="en-US"/>
              <a:t>.</a:t>
            </a:r>
            <a:r>
              <a:rPr lang="en-US" altLang="zh-CN">
                <a:ea typeface="等线"/>
              </a:rPr>
              <a:t> </a:t>
            </a:r>
            <a:endParaRPr lang="en-US"/>
          </a:p>
          <a:p>
            <a:r>
              <a:rPr lang="en-US" altLang="zh-CN">
                <a:ea typeface="等线"/>
              </a:rPr>
              <a:t>So when you want to introduce yourself, you should say </a:t>
            </a:r>
            <a:r>
              <a:rPr lang="en-US" altLang="zh-CN" err="1">
                <a:ea typeface="等线"/>
              </a:rPr>
              <a:t>我叫</a:t>
            </a:r>
            <a:r>
              <a:rPr lang="en-US" altLang="zh-CN">
                <a:ea typeface="等线"/>
              </a:rPr>
              <a:t> + your name.</a:t>
            </a:r>
          </a:p>
          <a:p>
            <a:r>
              <a:rPr lang="en-US" altLang="zh-CN">
                <a:ea typeface="等线"/>
              </a:rPr>
              <a:t>In China The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family name</a:t>
            </a:r>
            <a:r>
              <a:rPr lang="en-US" altLang="zh-CN">
                <a:ea typeface="等线"/>
              </a:rPr>
              <a:t> 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is put first, followed by the given name. </a:t>
            </a:r>
            <a:r>
              <a:rPr lang="en-US" altLang="zh-CN">
                <a:ea typeface="等线"/>
              </a:rPr>
              <a:t>a family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</a:t>
            </a:r>
            <a:r>
              <a:rPr lang="en-US" altLang="zh-CN">
                <a:ea typeface="等线"/>
              </a:rPr>
              <a:t>name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</a:t>
            </a:r>
            <a:r>
              <a:rPr lang="en-US" altLang="zh-CN">
                <a:ea typeface="等线"/>
              </a:rPr>
              <a:t>usually consists of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</a:t>
            </a:r>
            <a:r>
              <a:rPr lang="en-US" altLang="zh-CN">
                <a:ea typeface="等线"/>
              </a:rPr>
              <a:t>a single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character. The given name usually contains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</a:t>
            </a:r>
            <a:r>
              <a:rPr lang="en-US"/>
              <a:t>two characters, but sometimes it can be one character. </a:t>
            </a:r>
            <a:r>
              <a:rPr lang="en-US" altLang="zh-CN">
                <a:ea typeface="等线"/>
              </a:rPr>
              <a:t>In this case, 王 is his family name and 朋 is his given name.</a:t>
            </a:r>
            <a:endParaRPr lang="en-US">
              <a:ea typeface="等线"/>
            </a:endParaRPr>
          </a:p>
          <a:p>
            <a:endParaRPr lang="en-US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146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After we have learned how to introduce yourself, you may wonder how to ask for a person's full name and family name.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824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200">
                <a:latin typeface="+mn-lt"/>
                <a:ea typeface="等线"/>
              </a:rPr>
              <a:t>​</a:t>
            </a:r>
            <a:r>
              <a:rPr lang="en-US" altLang="zh-CN">
                <a:ea typeface="等线"/>
              </a:rPr>
              <a:t> If you want to ask for others' name, you can say " </a:t>
            </a:r>
            <a:r>
              <a:rPr lang="en-US" altLang="zh-CN" err="1">
                <a:ea typeface="等线"/>
              </a:rPr>
              <a:t>你叫什么名字</a:t>
            </a:r>
            <a:r>
              <a:rPr lang="en-US" altLang="zh-CN">
                <a:ea typeface="等线"/>
              </a:rPr>
              <a:t>? "  叫 means "to call" , </a:t>
            </a:r>
            <a:r>
              <a:rPr lang="en-US" altLang="zh-CN" err="1">
                <a:ea typeface="等线"/>
              </a:rPr>
              <a:t>什么</a:t>
            </a:r>
            <a:r>
              <a:rPr lang="en-US" altLang="zh-CN">
                <a:ea typeface="等线"/>
              </a:rPr>
              <a:t> means "what"  </a:t>
            </a:r>
            <a:r>
              <a:rPr lang="en-US" altLang="zh-CN" err="1">
                <a:ea typeface="等线"/>
              </a:rPr>
              <a:t>名字</a:t>
            </a:r>
            <a:r>
              <a:rPr lang="en-US" altLang="zh-CN">
                <a:ea typeface="等线"/>
              </a:rPr>
              <a:t> means "name ".  the answer will be  "</a:t>
            </a:r>
            <a:r>
              <a:rPr lang="en-US" altLang="zh-CN" err="1">
                <a:ea typeface="等线"/>
              </a:rPr>
              <a:t>我叫王鹏</a:t>
            </a:r>
            <a:r>
              <a:rPr lang="en-US" altLang="zh-CN">
                <a:ea typeface="等线"/>
              </a:rPr>
              <a:t>." Let's repeat:…....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9404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Moving on to family names</a:t>
            </a:r>
          </a:p>
          <a:p>
            <a:r>
              <a:rPr lang="zh-CN" altLang="en-US">
                <a:ea typeface="等线"/>
              </a:rPr>
              <a:t>In China, most p</a:t>
            </a:r>
            <a:r>
              <a:rPr lang="en-US" altLang="zh-CN" err="1">
                <a:ea typeface="等线"/>
              </a:rPr>
              <a:t>e</a:t>
            </a:r>
            <a:r>
              <a:rPr lang="en-US" altLang="en-US" err="1">
                <a:ea typeface="等线"/>
              </a:rPr>
              <a:t>ople</a:t>
            </a:r>
            <a:r>
              <a:rPr lang="en-US" altLang="en-US">
                <a:ea typeface="等线"/>
              </a:rPr>
              <a:t> may ask </a:t>
            </a:r>
            <a:r>
              <a:rPr lang="en-US"/>
              <a:t>“</a:t>
            </a:r>
            <a:r>
              <a:rPr lang="en-US" err="1"/>
              <a:t>你姓什么</a:t>
            </a:r>
            <a:r>
              <a:rPr lang="en-US"/>
              <a:t>？ ”</a:t>
            </a:r>
            <a:r>
              <a:rPr lang="en-US" altLang="en-US"/>
              <a:t> </a:t>
            </a:r>
            <a:r>
              <a:rPr lang="en-US" altLang="en-US">
                <a:ea typeface="等线"/>
              </a:rPr>
              <a:t>for your family name.  </a:t>
            </a:r>
            <a:endParaRPr lang="en-US" altLang="zh-CN">
              <a:ea typeface="等线"/>
            </a:endParaRPr>
          </a:p>
          <a:p>
            <a:r>
              <a:rPr lang="en-US" altLang="zh-CN">
                <a:ea typeface="等线"/>
              </a:rPr>
              <a:t>In a formal context, people may ask in a more </a:t>
            </a:r>
            <a:r>
              <a:rPr lang="en-US"/>
              <a:t>polite way</a:t>
            </a:r>
            <a:r>
              <a:rPr lang="en-US">
                <a:ea typeface="等线"/>
              </a:rPr>
              <a:t>, "</a:t>
            </a:r>
            <a:r>
              <a:rPr lang="zh-CN" altLang="en-US">
                <a:ea typeface="等线"/>
              </a:rPr>
              <a:t>您贵姓</a:t>
            </a:r>
            <a:r>
              <a:rPr lang="en-US">
                <a:ea typeface="等线"/>
              </a:rPr>
              <a:t>" </a:t>
            </a:r>
            <a:endParaRPr lang="en-US" altLang="zh-CN">
              <a:ea typeface="等线"/>
            </a:endParaRPr>
          </a:p>
          <a:p>
            <a:r>
              <a:rPr lang="en-US" altLang="zh-CN" err="1">
                <a:ea typeface="等线"/>
              </a:rPr>
              <a:t>您nín</a:t>
            </a:r>
            <a:r>
              <a:rPr lang="en-US" altLang="zh-CN">
                <a:ea typeface="等线"/>
              </a:rPr>
              <a:t> ”and “</a:t>
            </a:r>
            <a:r>
              <a:rPr lang="zh-CN">
                <a:ea typeface="等线"/>
              </a:rPr>
              <a:t>你 </a:t>
            </a:r>
            <a:r>
              <a:rPr lang="en-US" altLang="zh-CN" err="1">
                <a:ea typeface="等线"/>
              </a:rPr>
              <a:t>nǐ</a:t>
            </a:r>
            <a:r>
              <a:rPr lang="en-US" altLang="zh-CN">
                <a:ea typeface="等线"/>
              </a:rPr>
              <a:t>” both means you ,but “</a:t>
            </a:r>
            <a:r>
              <a:rPr lang="zh-CN">
                <a:ea typeface="等线"/>
              </a:rPr>
              <a:t>您</a:t>
            </a:r>
            <a:r>
              <a:rPr lang="en-US" altLang="zh-CN" err="1">
                <a:ea typeface="等线"/>
              </a:rPr>
              <a:t>nín</a:t>
            </a:r>
            <a:r>
              <a:rPr lang="en-US" altLang="zh-CN">
                <a:ea typeface="等线"/>
              </a:rPr>
              <a:t>” is more polite and respectful. </a:t>
            </a:r>
            <a:r>
              <a:rPr lang="en-US"/>
              <a:t> </a:t>
            </a:r>
            <a:endParaRPr lang="en-US" altLang="zh-CN">
              <a:ea typeface="等线"/>
            </a:endParaRPr>
          </a:p>
          <a:p>
            <a:r>
              <a:rPr lang="en-US" altLang="zh-CN">
                <a:ea typeface="等线"/>
              </a:rPr>
              <a:t>“</a:t>
            </a:r>
            <a:r>
              <a:rPr lang="zh-CN">
                <a:ea typeface="等线"/>
              </a:rPr>
              <a:t>贵</a:t>
            </a:r>
            <a:r>
              <a:rPr lang="en-US" altLang="zh-CN" err="1">
                <a:ea typeface="等线"/>
              </a:rPr>
              <a:t>guì</a:t>
            </a:r>
            <a:r>
              <a:rPr lang="en-US" altLang="zh-CN">
                <a:ea typeface="等线"/>
              </a:rPr>
              <a:t>” means honorable and “</a:t>
            </a:r>
            <a:r>
              <a:rPr lang="zh-CN">
                <a:ea typeface="等线"/>
              </a:rPr>
              <a:t>姓</a:t>
            </a:r>
            <a:r>
              <a:rPr lang="en-US" altLang="zh-CN">
                <a:ea typeface="等线"/>
              </a:rPr>
              <a:t>Xìng "means family name, which can be used as a noun and a verb.  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7994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>
                <a:ea typeface="等线"/>
              </a:rPr>
              <a:t>If some</a:t>
            </a:r>
            <a:r>
              <a:rPr kumimoji="1" lang="en-US" altLang="zh-CN" baseline="0" dirty="0">
                <a:ea typeface="等线"/>
              </a:rPr>
              <a:t>one </a:t>
            </a:r>
            <a:r>
              <a:rPr kumimoji="1" lang="en-US" altLang="zh-CN" dirty="0">
                <a:ea typeface="等线"/>
              </a:rPr>
              <a:t>asks</a:t>
            </a:r>
            <a:r>
              <a:rPr kumimoji="1" lang="en-US" altLang="zh-CN" baseline="0" dirty="0">
                <a:ea typeface="等线"/>
              </a:rPr>
              <a:t> your family name by “ </a:t>
            </a:r>
            <a:r>
              <a:rPr kumimoji="1" lang="zh-CN" altLang="en-US" baseline="0">
                <a:ea typeface="等线"/>
              </a:rPr>
              <a:t>你姓什么？” </a:t>
            </a:r>
            <a:r>
              <a:rPr kumimoji="1" lang="en-US" altLang="zh-CN" baseline="0" dirty="0">
                <a:ea typeface="等线"/>
              </a:rPr>
              <a:t>or </a:t>
            </a:r>
            <a:r>
              <a:rPr kumimoji="1" lang="zh-CN" altLang="en-US" baseline="0">
                <a:ea typeface="等线"/>
              </a:rPr>
              <a:t>“您贵姓？“</a:t>
            </a:r>
            <a:r>
              <a:rPr kumimoji="1" lang="en-US" altLang="zh-CN" baseline="0" dirty="0">
                <a:ea typeface="等线"/>
              </a:rPr>
              <a:t>. You can say </a:t>
            </a:r>
            <a:r>
              <a:rPr kumimoji="1" lang="zh-CN" altLang="en-US" baseline="0">
                <a:ea typeface="等线"/>
              </a:rPr>
              <a:t>我姓 </a:t>
            </a:r>
            <a:r>
              <a:rPr kumimoji="1" lang="en-US" altLang="zh-CN" baseline="0" dirty="0">
                <a:ea typeface="等线"/>
              </a:rPr>
              <a:t>with Your family name, such as “</a:t>
            </a:r>
            <a:r>
              <a:rPr kumimoji="1" lang="zh-CN" altLang="en-US" baseline="0">
                <a:ea typeface="等线"/>
              </a:rPr>
              <a:t>我姓王。”</a:t>
            </a:r>
          </a:p>
          <a:p>
            <a:r>
              <a:rPr lang="zh-CN" altLang="en-US">
                <a:ea typeface="等线"/>
              </a:rPr>
              <a:t>Let's repeat </a:t>
            </a:r>
          </a:p>
          <a:p>
            <a:r>
              <a:rPr lang="zh-CN" altLang="en-US">
                <a:ea typeface="等线"/>
              </a:rPr>
              <a:t>加 quiz：</a:t>
            </a:r>
          </a:p>
          <a:p>
            <a:r>
              <a:rPr lang="zh-CN" altLang="en-US">
                <a:ea typeface="等线"/>
              </a:rPr>
              <a:t>你叫什么名字？ 我叫李友。</a:t>
            </a:r>
          </a:p>
          <a:p>
            <a:r>
              <a:rPr lang="zh-CN" altLang="en-US">
                <a:ea typeface="等线"/>
              </a:rPr>
              <a:t>他叫什么名字？ 他叫王鹏。 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0630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Would you like to get yourself a Chinese name based on your own name? Try the web site below, which can translate your name in the Roman script into Chinese.</a:t>
            </a:r>
            <a:r>
              <a:rPr lang="en-US" altLang="zh-CN">
                <a:ea typeface="等线"/>
              </a:rPr>
              <a:t> After you have your Chinese name, try to use the sentence structures we have just learned to practice saying your Chinese name.</a:t>
            </a:r>
          </a:p>
          <a:p>
            <a:pPr>
              <a:defRPr/>
            </a:pPr>
            <a:r>
              <a:rPr lang="en-US" altLang="zh-CN">
                <a:ea typeface="等线"/>
              </a:rPr>
              <a:t>停顿10秒</a:t>
            </a:r>
          </a:p>
          <a:p>
            <a:pPr>
              <a:defRPr/>
            </a:pPr>
            <a:r>
              <a:rPr lang="en-US" altLang="zh-CN">
                <a:ea typeface="等线"/>
              </a:rPr>
              <a:t>Gob job/well done. I guess you all get your own Chinese name. </a:t>
            </a:r>
          </a:p>
          <a:p>
            <a:pPr>
              <a:defRPr/>
            </a:pPr>
            <a:endParaRPr lang="en-US" altLang="zh-CN">
              <a:ea typeface="等线"/>
            </a:endParaRPr>
          </a:p>
          <a:p>
            <a:pPr>
              <a:defRPr/>
            </a:pPr>
            <a:r>
              <a:rPr lang="en-US" altLang="zh-CN">
                <a:ea typeface="等线"/>
              </a:rPr>
              <a:t>Now let's learn some additional knowledge about the family names in China.</a:t>
            </a:r>
            <a:endParaRPr lang="en-US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310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let's learn some additional knowledge about the family names in </a:t>
            </a:r>
            <a:r>
              <a:rPr lang="en-US" err="1"/>
              <a:t>China.</a:t>
            </a:r>
            <a:endParaRPr lang="zh-CN" altLang="en-US">
              <a:ea typeface="等线"/>
            </a:endParaRPr>
          </a:p>
          <a:p>
            <a:r>
              <a:rPr lang="en-US" altLang="zh-CN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Altogether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some 22,000 family names have been used in China but over time, some of them have become </a:t>
            </a:r>
            <a:r>
              <a:rPr lang="en-US" altLang="zh-CN">
                <a:ea typeface="等线"/>
              </a:rPr>
              <a:t>obsolete 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and only 3,500 are commonly used nowadays. The most popular three are </a:t>
            </a:r>
            <a:r>
              <a:rPr lang="zh-CN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李 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Li, </a:t>
            </a:r>
            <a:r>
              <a:rPr lang="zh-CN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王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Wang and </a:t>
            </a:r>
            <a:r>
              <a:rPr lang="zh-CN" alt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张 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Zhang, respectively </a:t>
            </a:r>
            <a:r>
              <a:rPr lang="en-US" altLang="zh-CN">
                <a:ea typeface="等线"/>
              </a:rPr>
              <a:t>representing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about 7.9%, 7.4% and 7.1% of the whole Chinese population.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​</a:t>
            </a:r>
            <a:r>
              <a:rPr lang="en-US" altLang="zh-CN">
                <a:ea typeface="等线"/>
              </a:rPr>
              <a:t> 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And among the 3500 common family names, 100 of them make up of a total of 87% of </a:t>
            </a:r>
            <a:r>
              <a:rPr lang="en-US" altLang="zh-CN">
                <a:ea typeface="等线"/>
              </a:rPr>
              <a:t>the Chinese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population.</a:t>
            </a:r>
            <a:r>
              <a:rPr lang="en-US" altLang="zh-CN">
                <a:ea typeface="等线"/>
              </a:rPr>
              <a:t> </a:t>
            </a:r>
            <a:endParaRPr lang="zh-CN" altLang="en-US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8329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Some Chinese have compound surnames consisting of two characters, </a:t>
            </a:r>
            <a:r>
              <a:rPr lang="en-US" altLang="zh-CN">
                <a:ea typeface="等线"/>
              </a:rPr>
              <a:t>such as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 </a:t>
            </a:r>
            <a:r>
              <a:rPr lang="zh-CN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欧阳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Ou Yang, </a:t>
            </a:r>
            <a:r>
              <a:rPr lang="zh-CN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上官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Shang Guan, </a:t>
            </a:r>
            <a:r>
              <a:rPr lang="zh-CN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司马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Si Ma, </a:t>
            </a:r>
            <a:r>
              <a:rPr lang="zh-CN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诸葛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Zhu Ge,</a:t>
            </a:r>
            <a:r>
              <a:rPr lang="zh-CN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东方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Dong Fang, among others. Now there are altogether 81 compound surnames in the country, but rarely can we see people with </a:t>
            </a:r>
            <a:r>
              <a:rPr lang="en-US" altLang="zh-CN">
                <a:ea typeface="等线"/>
              </a:rPr>
              <a:t>a compound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 surname, as they are only a small fraction of </a:t>
            </a:r>
            <a:r>
              <a:rPr lang="en-US" altLang="zh-CN">
                <a:ea typeface="等线"/>
              </a:rPr>
              <a:t>the population</a:t>
            </a:r>
            <a:r>
              <a:rPr lang="en-US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等线"/>
                <a:cs typeface="+mn-cs"/>
              </a:rPr>
              <a:t>.</a:t>
            </a:r>
            <a:endParaRPr kumimoji="1" lang="zh-CN" altLang="en-US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4916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等线"/>
              </a:rPr>
              <a:t>Last but not least,</a:t>
            </a:r>
            <a:endParaRPr lang="en-US"/>
          </a:p>
          <a:p>
            <a:r>
              <a:rPr lang="en-US" altLang="zh-CN">
                <a:ea typeface="等线"/>
              </a:rPr>
              <a:t>there are three ways that we can use to address someone in general. We can use </a:t>
            </a:r>
            <a:r>
              <a:rPr lang="en-US" altLang="zh-CN" err="1">
                <a:ea typeface="等线"/>
              </a:rPr>
              <a:t>先生</a:t>
            </a:r>
            <a:r>
              <a:rPr lang="en-US" altLang="zh-CN">
                <a:ea typeface="等线"/>
              </a:rPr>
              <a:t> for </a:t>
            </a:r>
            <a:r>
              <a:rPr lang="en-US" altLang="zh-CN" err="1">
                <a:ea typeface="等线"/>
              </a:rPr>
              <a:t>Mr</a:t>
            </a:r>
            <a:r>
              <a:rPr lang="en-US" altLang="zh-CN">
                <a:ea typeface="等线"/>
              </a:rPr>
              <a:t> and </a:t>
            </a:r>
            <a:r>
              <a:rPr lang="en-US" altLang="zh-CN" err="1">
                <a:ea typeface="等线"/>
              </a:rPr>
              <a:t>小姐</a:t>
            </a:r>
            <a:r>
              <a:rPr lang="en-US" altLang="zh-CN">
                <a:ea typeface="等线"/>
              </a:rPr>
              <a:t> for </a:t>
            </a:r>
            <a:r>
              <a:rPr lang="en-US" altLang="zh-CN" err="1">
                <a:ea typeface="等线"/>
              </a:rPr>
              <a:t>Ms，to</a:t>
            </a:r>
            <a:r>
              <a:rPr lang="en-US" altLang="zh-CN">
                <a:ea typeface="等线"/>
              </a:rPr>
              <a:t> address a man and a woman respectively. </a:t>
            </a:r>
            <a:endParaRPr lang="en-US">
              <a:ea typeface="等线"/>
            </a:endParaRPr>
          </a:p>
          <a:p>
            <a:r>
              <a:rPr lang="en-US" altLang="zh-CN">
                <a:ea typeface="等线"/>
              </a:rPr>
              <a:t>And we use </a:t>
            </a:r>
            <a:r>
              <a:rPr lang="en-US" altLang="zh-CN" err="1">
                <a:ea typeface="等线"/>
              </a:rPr>
              <a:t>laoshi</a:t>
            </a:r>
            <a:r>
              <a:rPr lang="en-US" altLang="zh-CN">
                <a:ea typeface="等线"/>
              </a:rPr>
              <a:t> to address a teacher, for example, Sun </a:t>
            </a:r>
            <a:r>
              <a:rPr lang="en-US" altLang="zh-CN" err="1">
                <a:ea typeface="等线"/>
              </a:rPr>
              <a:t>Laoshi</a:t>
            </a:r>
            <a:r>
              <a:rPr lang="en-US" altLang="zh-CN">
                <a:ea typeface="等线"/>
              </a:rPr>
              <a:t> Teacher Sun.</a:t>
            </a:r>
            <a:endParaRPr lang="en-US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4670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844656-DA7A-7E41-88FC-D7C0E3E1E3DA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0284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0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225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8314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96325"/>
            <a:ext cx="51816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139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2142484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966396"/>
            <a:ext cx="5157787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2142484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966396"/>
            <a:ext cx="5183188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0433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439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48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2274513"/>
            <a:ext cx="6172200" cy="4417261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274513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4494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51104" y="2315701"/>
            <a:ext cx="6172200" cy="433705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HK" altLang="en-US"/>
          </a:p>
        </p:txBody>
      </p:sp>
      <p:sp>
        <p:nvSpPr>
          <p:cNvPr id="5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315701"/>
            <a:ext cx="3932237" cy="442519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899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319897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</a:p>
        </p:txBody>
      </p:sp>
    </p:spTree>
    <p:extLst>
      <p:ext uri="{BB962C8B-B14F-4D97-AF65-F5344CB8AC3E}">
        <p14:creationId xmlns:p14="http://schemas.microsoft.com/office/powerpoint/2010/main" val="129075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253993"/>
            <a:ext cx="10515600" cy="43513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/>
          </a:p>
        </p:txBody>
      </p:sp>
      <p:sp>
        <p:nvSpPr>
          <p:cNvPr id="4" name="Rectangle 2"/>
          <p:cNvSpPr txBox="1">
            <a:spLocks noChangeArrowheads="1"/>
          </p:cNvSpPr>
          <p:nvPr userDrawn="1"/>
        </p:nvSpPr>
        <p:spPr bwMode="auto">
          <a:xfrm>
            <a:off x="1522413" y="0"/>
            <a:ext cx="82296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>
                <a:solidFill>
                  <a:schemeClr val="bg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按下新增標題</a:t>
            </a:r>
          </a:p>
        </p:txBody>
      </p:sp>
    </p:spTree>
    <p:extLst>
      <p:ext uri="{BB962C8B-B14F-4D97-AF65-F5344CB8AC3E}">
        <p14:creationId xmlns:p14="http://schemas.microsoft.com/office/powerpoint/2010/main" val="116432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3163D-19EE-4C4E-A95E-AE9922436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21013-8A7E-E645-BA83-0A8364502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0626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0727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1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華康儷粗黑(P)" panose="020B0700000000000000" pitchFamily="34" charset="-120"/>
          <a:ea typeface="華康儷粗黑(P)" panose="020B07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華康儷細黑(P)" panose="020B0300000000000000" pitchFamily="34" charset="-120"/>
          <a:ea typeface="華康儷細黑(P)" panose="020B03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ndarintools.com/chinesenam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3564" y="817513"/>
            <a:ext cx="12058436" cy="147002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華康儷粗黑" panose="020B0709000000000000" pitchFamily="49" charset="-120"/>
                <a:ea typeface="華康儷粗黑" panose="020B0709000000000000" pitchFamily="49" charset="-120"/>
                <a:cs typeface="+mj-cs"/>
              </a:defRPr>
            </a:lvl1pPr>
          </a:lstStyle>
          <a:p>
            <a:pPr fontAlgn="base"/>
            <a:r>
              <a:rPr lang="en-US" altLang="zh-CN" sz="5000" b="1">
                <a:solidFill>
                  <a:srgbClr val="C8B100"/>
                </a:solidFill>
                <a:ea typeface="華康儷粗黑"/>
              </a:rPr>
              <a:t>		</a:t>
            </a:r>
            <a:r>
              <a:rPr lang="en-US" altLang="zh-CN" b="1">
                <a:solidFill>
                  <a:srgbClr val="FFFF00"/>
                </a:solidFill>
                <a:ea typeface="華康儷粗黑"/>
              </a:rPr>
              <a:t>C1 Elementary Chinese Course​</a:t>
            </a:r>
            <a:r>
              <a:rPr lang="en-US" altLang="zh-CN">
                <a:solidFill>
                  <a:srgbClr val="FFFF00"/>
                </a:solidFill>
                <a:ea typeface="華康儷粗黑"/>
              </a:rPr>
              <a:t>​</a:t>
            </a:r>
          </a:p>
          <a:p>
            <a:pPr fontAlgn="base"/>
            <a:r>
              <a:rPr lang="en-US" altLang="zh-CN" b="1">
                <a:solidFill>
                  <a:srgbClr val="FFFF00"/>
                </a:solidFill>
                <a:latin typeface="華康儷粗黑"/>
              </a:rPr>
              <a:t>			Lesson Two: Chinese Names</a:t>
            </a:r>
            <a:endParaRPr lang="en-US" altLang="zh-CN">
              <a:solidFill>
                <a:srgbClr val="FFFF00"/>
              </a:solidFill>
            </a:endParaRPr>
          </a:p>
          <a:p>
            <a:pPr fontAlgn="base"/>
            <a:r>
              <a:rPr lang="en-US" altLang="zh-CN" b="1">
                <a:solidFill>
                  <a:srgbClr val="FFFF00"/>
                </a:solidFill>
                <a:ea typeface="華康儷粗黑"/>
              </a:rPr>
              <a:t>				2.1 Pre-class video</a:t>
            </a:r>
            <a:r>
              <a:rPr lang="en-US" altLang="zh-CN">
                <a:solidFill>
                  <a:srgbClr val="FFFF00"/>
                </a:solidFill>
                <a:ea typeface="華康儷粗黑"/>
              </a:rPr>
              <a:t>​</a:t>
            </a:r>
          </a:p>
          <a:p>
            <a:pPr algn="ctr"/>
            <a:endParaRPr lang="zh-TW" altLang="en-US" sz="5000">
              <a:solidFill>
                <a:srgbClr val="C8B100"/>
              </a:solidFill>
              <a:latin typeface="華康超黑體" panose="020B0C09000000000000" pitchFamily="49" charset="-120"/>
              <a:ea typeface="華康超黑體" panose="020B0C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97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500">
                <a:solidFill>
                  <a:srgbClr val="C8B100"/>
                </a:solidFill>
                <a:latin typeface="華康儷粗黑(P)" panose="020B0700000000000000" pitchFamily="34" charset="-120"/>
                <a:ea typeface="華康儷粗黑(P)"/>
              </a:rPr>
              <a:t>Intended Learning Outcomes</a:t>
            </a:r>
            <a:r>
              <a:rPr lang="en-US" altLang="zh-TW" sz="3500">
                <a:solidFill>
                  <a:srgbClr val="C8B100"/>
                </a:solidFill>
                <a:ea typeface="華康儷粗黑(P)"/>
              </a:rPr>
              <a:t>:</a:t>
            </a:r>
            <a:endParaRPr lang="zh-TW" altLang="en-US" sz="3500">
              <a:solidFill>
                <a:srgbClr val="C8B100"/>
              </a:solidFill>
              <a:ea typeface="華康儷粗黑(P)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F67F8-BD21-F52B-89B0-7F968CFB9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" y="16591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華康儷粗黑(P)"/>
              </a:rPr>
              <a:t>After watching this video, you should be able to:</a:t>
            </a:r>
          </a:p>
          <a:p>
            <a:pPr marL="0" indent="0">
              <a:buNone/>
            </a:pPr>
            <a:endParaRPr lang="en-US">
              <a:ea typeface="華康儷粗黑(P)"/>
            </a:endParaRPr>
          </a:p>
          <a:p>
            <a:pPr marL="0" indent="0">
              <a:buNone/>
            </a:pPr>
            <a:r>
              <a:rPr lang="en-US">
                <a:ea typeface="華康儷粗黑(P)"/>
              </a:rPr>
              <a:t>1. Understand the structure of Chinese names;</a:t>
            </a:r>
            <a:endParaRPr lang="zh-CN" altLang="en-US"/>
          </a:p>
          <a:p>
            <a:pPr marL="0" indent="0">
              <a:buNone/>
            </a:pPr>
            <a:endParaRPr lang="en-US">
              <a:ea typeface="華康儷粗黑(P)"/>
            </a:endParaRPr>
          </a:p>
          <a:p>
            <a:pPr marL="0" indent="0">
              <a:buNone/>
            </a:pPr>
            <a:r>
              <a:rPr lang="en-US">
                <a:ea typeface="華康儷粗黑(P)"/>
              </a:rPr>
              <a:t>2. Ask for someone's name and introduce your own name.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4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500">
                <a:solidFill>
                  <a:srgbClr val="C8B100"/>
                </a:solidFill>
                <a:latin typeface="華康儷粗黑(P)" panose="020B0700000000000000" pitchFamily="34" charset="-120"/>
                <a:ea typeface="華康儷粗黑(P)"/>
              </a:rPr>
              <a:t>Chinese names</a:t>
            </a:r>
            <a:endParaRPr lang="zh-TW" altLang="en-US" sz="3500">
              <a:solidFill>
                <a:srgbClr val="C8B1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340EEB-8B2B-2346-A50C-7CF948F32769}"/>
              </a:ext>
            </a:extLst>
          </p:cNvPr>
          <p:cNvSpPr txBox="1"/>
          <p:nvPr/>
        </p:nvSpPr>
        <p:spPr>
          <a:xfrm>
            <a:off x="171349" y="1346943"/>
            <a:ext cx="1052124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zh-CN" sz="2400">
              <a:ea typeface="等线"/>
              <a:cs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B66D22-13BB-2C07-BB05-6CE89A6AD1FB}"/>
              </a:ext>
            </a:extLst>
          </p:cNvPr>
          <p:cNvSpPr txBox="1"/>
          <p:nvPr/>
        </p:nvSpPr>
        <p:spPr>
          <a:xfrm>
            <a:off x="3551321" y="2237874"/>
            <a:ext cx="587141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af-ZA" b="1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>
              <a:latin typeface="Calibri"/>
              <a:ea typeface="等线"/>
              <a:cs typeface="Calibri"/>
            </a:endParaRPr>
          </a:p>
          <a:p>
            <a:endParaRPr lang="en-US" altLang="zh-CN">
              <a:latin typeface="Times New Roman"/>
              <a:ea typeface="等线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56CFF-EB9F-1C33-60EA-9068CEAA47B1}"/>
              </a:ext>
            </a:extLst>
          </p:cNvPr>
          <p:cNvSpPr txBox="1"/>
          <p:nvPr/>
        </p:nvSpPr>
        <p:spPr>
          <a:xfrm>
            <a:off x="5170864" y="5080127"/>
            <a:ext cx="53848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3200">
                <a:ea typeface="等线"/>
              </a:rPr>
              <a:t>王 ​​</a:t>
            </a:r>
            <a:r>
              <a:rPr lang="en-US" sz="3200">
                <a:latin typeface="Times New Roman"/>
              </a:rPr>
              <a:t>Wáng     </a:t>
            </a:r>
            <a:r>
              <a:rPr lang="en-US" altLang="zh-CN" sz="3200">
                <a:latin typeface="Times New Roman"/>
                <a:ea typeface="等线"/>
              </a:rPr>
              <a:t>​</a:t>
            </a:r>
            <a:r>
              <a:rPr lang="en-US" altLang="zh-CN" sz="3200">
                <a:latin typeface="Times New Roman"/>
                <a:ea typeface="等线"/>
                <a:cs typeface="Times New Roman"/>
              </a:rPr>
              <a:t>鹏</a:t>
            </a:r>
            <a:r>
              <a:rPr lang="en-US" altLang="zh-CN" sz="3200">
                <a:latin typeface="Times New Roman"/>
                <a:ea typeface="等线"/>
              </a:rPr>
              <a:t> </a:t>
            </a:r>
            <a:r>
              <a:rPr lang="en-US" sz="3200" err="1">
                <a:latin typeface="Times New Roman"/>
              </a:rPr>
              <a:t>péng</a:t>
            </a:r>
            <a:endParaRPr lang="en-US" sz="3200" err="1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8A81D-65CE-1CE6-FEA4-5CB53007CE72}"/>
              </a:ext>
            </a:extLst>
          </p:cNvPr>
          <p:cNvSpPr txBox="1"/>
          <p:nvPr/>
        </p:nvSpPr>
        <p:spPr>
          <a:xfrm>
            <a:off x="1751880" y="5080000"/>
            <a:ext cx="32194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>
                <a:latin typeface="Calibri"/>
                <a:ea typeface="等线"/>
                <a:cs typeface="Calibri"/>
              </a:rPr>
              <a:t>       我叫  </a:t>
            </a:r>
            <a:r>
              <a:rPr lang="en-US" altLang="zh-CN" sz="2800" err="1">
                <a:solidFill>
                  <a:schemeClr val="accent2"/>
                </a:solidFill>
                <a:latin typeface="Calibri"/>
                <a:ea typeface="+mn-lt"/>
                <a:cs typeface="Calibri"/>
              </a:rPr>
              <a:t>Wǒ</a:t>
            </a:r>
            <a:r>
              <a:rPr lang="en-US" altLang="zh-CN" sz="2800">
                <a:solidFill>
                  <a:schemeClr val="accent2"/>
                </a:solidFill>
                <a:latin typeface="Calibri"/>
                <a:ea typeface="+mn-lt"/>
                <a:cs typeface="Calibri"/>
              </a:rPr>
              <a:t>  </a:t>
            </a:r>
            <a:r>
              <a:rPr lang="en-US" altLang="zh-CN" sz="2800" err="1">
                <a:solidFill>
                  <a:schemeClr val="accent2"/>
                </a:solidFill>
                <a:latin typeface="Calibri"/>
                <a:ea typeface="+mn-lt"/>
                <a:cs typeface="Calibri"/>
              </a:rPr>
              <a:t>jiào</a:t>
            </a:r>
            <a:r>
              <a:rPr lang="zh-CN" altLang="en-US" sz="2800">
                <a:latin typeface="Calibri"/>
                <a:ea typeface="等线"/>
                <a:cs typeface="Calibri"/>
              </a:rPr>
              <a:t> </a:t>
            </a:r>
          </a:p>
        </p:txBody>
      </p:sp>
      <p:pic>
        <p:nvPicPr>
          <p:cNvPr id="2" name="Picture 3" descr="A picture containing clipart&#10;&#10;Description automatically generated">
            <a:extLst>
              <a:ext uri="{FF2B5EF4-FFF2-40B4-BE49-F238E27FC236}">
                <a16:creationId xmlns:a16="http://schemas.microsoft.com/office/drawing/2014/main" id="{E9691668-7F3B-E33E-A3E0-E130DB86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43" y="1347107"/>
            <a:ext cx="2555421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0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4305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zh-CN">
              <a:latin typeface="+mn-lt"/>
            </a:endParaRPr>
          </a:p>
          <a:p>
            <a:pPr marL="0" indent="0" fontAlgn="base">
              <a:buNone/>
            </a:pPr>
            <a:r>
              <a:rPr lang="en-US" altLang="zh-CN">
                <a:latin typeface="+mn-lt"/>
              </a:rPr>
              <a:t>Ask for a person’s full name​ and family name</a:t>
            </a:r>
            <a:endParaRPr lang="en-US" altLang="zh-CN">
              <a:latin typeface="+mn-lt"/>
              <a:cs typeface="Calibri" panose="020F0502020204030204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1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28A36D-52D0-094C-98C9-2EBFDEBA4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6885" y="3552487"/>
            <a:ext cx="1683657" cy="16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861FA62-DFBF-AF4D-8CFB-4D1D4CC691E0}"/>
              </a:ext>
            </a:extLst>
          </p:cNvPr>
          <p:cNvSpPr txBox="1"/>
          <p:nvPr/>
        </p:nvSpPr>
        <p:spPr>
          <a:xfrm>
            <a:off x="8516256" y="5335527"/>
            <a:ext cx="194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Contributor: Alex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896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03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ea typeface="等线 Light"/>
              </a:rPr>
              <a:t>Full name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84" y="136443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altLang="zh-CN">
              <a:latin typeface="+mn-lt"/>
              <a:cs typeface="Calibri"/>
            </a:endParaRPr>
          </a:p>
          <a:p>
            <a:pPr marL="0" indent="0" fontAlgn="base">
              <a:buNone/>
            </a:pP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       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+mn-lt"/>
              </a:rPr>
              <a:t>你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         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+mn-lt"/>
              </a:rPr>
              <a:t>叫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        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+mn-lt"/>
              </a:rPr>
              <a:t>什么      名字？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What is your name?</a:t>
            </a:r>
            <a:endParaRPr lang="en-US" altLang="zh-CN" sz="2400">
              <a:solidFill>
                <a:schemeClr val="accent1">
                  <a:lumMod val="75000"/>
                </a:schemeClr>
              </a:solidFill>
              <a:latin typeface="+mn-lt"/>
              <a:ea typeface="華康儷粗黑(P)"/>
              <a:cs typeface="Calibri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      (</a:t>
            </a:r>
            <a:r>
              <a:rPr lang="en-US" altLang="zh-CN" sz="2400" err="1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Nǐ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         </a:t>
            </a:r>
            <a:r>
              <a:rPr lang="en-US" altLang="zh-CN" sz="2400" err="1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jiào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     </a:t>
            </a:r>
            <a:r>
              <a:rPr lang="en-US" altLang="zh-CN" sz="2400" err="1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shénme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   </a:t>
            </a:r>
            <a:r>
              <a:rPr lang="en-US" altLang="zh-CN" sz="2400" err="1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míngzi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  <a:latin typeface="+mn-lt"/>
                <a:ea typeface="華康儷粗黑(P)"/>
              </a:rPr>
              <a:t>)</a:t>
            </a:r>
            <a:endParaRPr lang="en-US" altLang="zh-CN" sz="2400">
              <a:solidFill>
                <a:schemeClr val="accent1">
                  <a:lumMod val="75000"/>
                </a:schemeClr>
              </a:solidFill>
              <a:latin typeface="+mn-lt"/>
              <a:ea typeface="華康儷粗黑(P)"/>
              <a:cs typeface="Calibri"/>
            </a:endParaRPr>
          </a:p>
          <a:p>
            <a:pPr marL="0" indent="0">
              <a:buNone/>
            </a:pPr>
            <a:endParaRPr lang="en-US" altLang="zh-CN" sz="2400">
              <a:latin typeface="+mn-lt"/>
              <a:ea typeface="華康儷粗黑(P)"/>
              <a:cs typeface="Calibri" panose="020F0502020204030204"/>
            </a:endParaRPr>
          </a:p>
          <a:p>
            <a:endParaRPr lang="en-US" altLang="zh-CN" sz="2400">
              <a:latin typeface="+mn-lt"/>
              <a:ea typeface="華康儷粗黑(P)"/>
              <a:cs typeface="Calibri" panose="020F0502020204030204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chemeClr val="accent2"/>
                </a:solidFill>
                <a:latin typeface="SimSun"/>
                <a:ea typeface="SimSun"/>
                <a:cs typeface="Times New Roman"/>
              </a:rPr>
              <a:t>  我</a:t>
            </a:r>
            <a:r>
              <a:rPr lang="en-US" sz="2400">
                <a:solidFill>
                  <a:schemeClr val="accent2"/>
                </a:solidFill>
                <a:latin typeface="SimSun"/>
                <a:ea typeface="SimSun"/>
                <a:cs typeface="Times New Roman"/>
              </a:rPr>
              <a:t>   </a:t>
            </a:r>
            <a:r>
              <a:rPr lang="zh-CN" altLang="en-US" sz="2400">
                <a:solidFill>
                  <a:schemeClr val="accent2"/>
                </a:solidFill>
                <a:latin typeface="SimSun"/>
                <a:ea typeface="SimSun"/>
                <a:cs typeface="Times New Roman"/>
              </a:rPr>
              <a:t>叫</a:t>
            </a:r>
            <a:r>
              <a:rPr lang="en-US" sz="2400">
                <a:solidFill>
                  <a:schemeClr val="accent2"/>
                </a:solidFill>
                <a:latin typeface="SimSun"/>
                <a:ea typeface="SimSun"/>
                <a:cs typeface="Times New Roman"/>
              </a:rPr>
              <a:t>    </a:t>
            </a:r>
            <a:r>
              <a:rPr lang="zh-CN" altLang="en-US" sz="2400">
                <a:solidFill>
                  <a:schemeClr val="accent2"/>
                </a:solidFill>
                <a:latin typeface="SimSun"/>
                <a:ea typeface="SimSun"/>
                <a:cs typeface="Times New Roman"/>
              </a:rPr>
              <a:t>王鹏。</a:t>
            </a:r>
            <a:r>
              <a:rPr lang="en-US" sz="2400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I am Wáng  Péng.</a:t>
            </a:r>
            <a:endParaRPr lang="en-US" sz="2400">
              <a:solidFill>
                <a:schemeClr val="accent2"/>
              </a:solidFill>
              <a:latin typeface="SimSun"/>
              <a:ea typeface="華康儷粗黑(P)"/>
              <a:cs typeface="Times New Roman"/>
            </a:endParaRPr>
          </a:p>
          <a:p>
            <a:pPr marL="0" indent="0"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       (</a:t>
            </a:r>
            <a:r>
              <a:rPr lang="en-US" sz="2400" err="1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Wǒ</a:t>
            </a:r>
            <a:r>
              <a:rPr lang="en-US" sz="2400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          </a:t>
            </a:r>
            <a:r>
              <a:rPr lang="en-US" sz="2400" err="1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jiào</a:t>
            </a:r>
            <a:r>
              <a:rPr lang="en-US" sz="2400">
                <a:solidFill>
                  <a:schemeClr val="accent2"/>
                </a:solidFill>
                <a:latin typeface="Calibri"/>
                <a:ea typeface="SimSun"/>
                <a:cs typeface="Calibri"/>
              </a:rPr>
              <a:t>           Wáng Péng)</a:t>
            </a:r>
            <a:endParaRPr lang="en-US" sz="2400">
              <a:solidFill>
                <a:schemeClr val="accent2"/>
              </a:solidFill>
              <a:latin typeface="SimSun"/>
              <a:ea typeface="華康儷粗黑(P)"/>
              <a:cs typeface="Times New Roman"/>
            </a:endParaRPr>
          </a:p>
          <a:p>
            <a:endParaRPr lang="en-US" altLang="zh-CN" sz="2400">
              <a:solidFill>
                <a:schemeClr val="accent2"/>
              </a:solidFill>
              <a:latin typeface="SimSun"/>
              <a:ea typeface="SimSun"/>
              <a:cs typeface="Times New Roman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1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28AAB-8E05-344F-3A47-DA367FCBBBEF}"/>
              </a:ext>
            </a:extLst>
          </p:cNvPr>
          <p:cNvSpPr txBox="1"/>
          <p:nvPr/>
        </p:nvSpPr>
        <p:spPr>
          <a:xfrm>
            <a:off x="8553450" y="6191250"/>
            <a:ext cx="21717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r>
              <a:rPr lang="ja-JP" altLang="en-US">
                <a:ea typeface="游ゴシック"/>
              </a:rPr>
              <a:t>              王鹏</a:t>
            </a:r>
            <a:endParaRPr lang="en-US">
              <a:ea typeface="游ゴシック"/>
              <a:cs typeface="Calibri"/>
            </a:endParaRPr>
          </a:p>
        </p:txBody>
      </p:sp>
      <p:pic>
        <p:nvPicPr>
          <p:cNvPr id="7" name="Picture 7" descr="Speech Bubble Free Stock Photo - Public Domain Pictures">
            <a:extLst>
              <a:ext uri="{FF2B5EF4-FFF2-40B4-BE49-F238E27FC236}">
                <a16:creationId xmlns:a16="http://schemas.microsoft.com/office/drawing/2014/main" id="{84F2FA99-0DA1-9236-99A1-1713F791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375" y="1359932"/>
            <a:ext cx="2238375" cy="2185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CFD1AB-BF8F-85EC-0DC3-D07B3D61F7D6}"/>
              </a:ext>
            </a:extLst>
          </p:cNvPr>
          <p:cNvSpPr txBox="1"/>
          <p:nvPr/>
        </p:nvSpPr>
        <p:spPr>
          <a:xfrm>
            <a:off x="8877184" y="1860864"/>
            <a:ext cx="16718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Nǐ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  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jiào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 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shénme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 </a:t>
            </a:r>
            <a:r>
              <a:rPr lang="en-US" altLang="zh-CN" err="1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míngzi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ea typeface="華康儷粗黑(P)"/>
              </a:rPr>
              <a:t> ?</a:t>
            </a:r>
            <a:endParaRPr lang="en-US"/>
          </a:p>
        </p:txBody>
      </p:sp>
      <p:pic>
        <p:nvPicPr>
          <p:cNvPr id="4" name="Picture 3" descr="A picture containing clipart&#10;&#10;Description automatically generated">
            <a:extLst>
              <a:ext uri="{FF2B5EF4-FFF2-40B4-BE49-F238E27FC236}">
                <a16:creationId xmlns:a16="http://schemas.microsoft.com/office/drawing/2014/main" id="{960B8A8F-686F-806C-039D-053D07BA9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807" y="3537857"/>
            <a:ext cx="1698171" cy="23336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001E07-ABE4-3080-9021-6E1B8446C971}"/>
              </a:ext>
            </a:extLst>
          </p:cNvPr>
          <p:cNvSpPr txBox="1"/>
          <p:nvPr/>
        </p:nvSpPr>
        <p:spPr>
          <a:xfrm>
            <a:off x="928777" y="298474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You</a:t>
            </a:r>
            <a:endParaRPr lang="en-US"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3EBC2B-AECF-F4AE-EA7B-D7B8A8C87F34}"/>
              </a:ext>
            </a:extLst>
          </p:cNvPr>
          <p:cNvSpPr txBox="1"/>
          <p:nvPr/>
        </p:nvSpPr>
        <p:spPr>
          <a:xfrm>
            <a:off x="1905539" y="298384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 call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680F2A-9593-7EB4-EA9C-ADD69BD86BFA}"/>
              </a:ext>
            </a:extLst>
          </p:cNvPr>
          <p:cNvSpPr txBox="1"/>
          <p:nvPr/>
        </p:nvSpPr>
        <p:spPr>
          <a:xfrm>
            <a:off x="2681018" y="299013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What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20F6C-6254-7687-0DAD-CB18A157F413}"/>
              </a:ext>
            </a:extLst>
          </p:cNvPr>
          <p:cNvSpPr txBox="1"/>
          <p:nvPr/>
        </p:nvSpPr>
        <p:spPr>
          <a:xfrm>
            <a:off x="4054055" y="299013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Name</a:t>
            </a:r>
          </a:p>
        </p:txBody>
      </p:sp>
      <p:pic>
        <p:nvPicPr>
          <p:cNvPr id="10" name="Picture 15">
            <a:extLst>
              <a:ext uri="{FF2B5EF4-FFF2-40B4-BE49-F238E27FC236}">
                <a16:creationId xmlns:a16="http://schemas.microsoft.com/office/drawing/2014/main" id="{AA5D3E10-38C6-2B37-D346-1F2810A4E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023" y="2783039"/>
            <a:ext cx="5057953" cy="7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5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71013" y="-7517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ea typeface="等线 Light"/>
              </a:rPr>
              <a:t>Sentence structures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39EFF687-EF34-FD4A-B828-3DCEFBDBD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205192"/>
              </p:ext>
            </p:extLst>
          </p:nvPr>
        </p:nvGraphicFramePr>
        <p:xfrm>
          <a:off x="683938" y="2726871"/>
          <a:ext cx="10724948" cy="2494745"/>
        </p:xfrm>
        <a:graphic>
          <a:graphicData uri="http://schemas.openxmlformats.org/drawingml/2006/table">
            <a:tbl>
              <a:tblPr/>
              <a:tblGrid>
                <a:gridCol w="628752">
                  <a:extLst>
                    <a:ext uri="{9D8B030D-6E8A-4147-A177-3AD203B41FA5}">
                      <a16:colId xmlns:a16="http://schemas.microsoft.com/office/drawing/2014/main" val="1633738742"/>
                    </a:ext>
                  </a:extLst>
                </a:gridCol>
                <a:gridCol w="5176775">
                  <a:extLst>
                    <a:ext uri="{9D8B030D-6E8A-4147-A177-3AD203B41FA5}">
                      <a16:colId xmlns:a16="http://schemas.microsoft.com/office/drawing/2014/main" val="3366982424"/>
                    </a:ext>
                  </a:extLst>
                </a:gridCol>
                <a:gridCol w="4919421">
                  <a:extLst>
                    <a:ext uri="{9D8B030D-6E8A-4147-A177-3AD203B41FA5}">
                      <a16:colId xmlns:a16="http://schemas.microsoft.com/office/drawing/2014/main" val="1569905978"/>
                    </a:ext>
                  </a:extLst>
                </a:gridCol>
              </a:tblGrid>
              <a:tr h="475624">
                <a:tc>
                  <a:txBody>
                    <a:bodyPr/>
                    <a:lstStyle/>
                    <a:p>
                      <a:pPr algn="l" fontAlgn="auto"/>
                      <a:r>
                        <a:rPr lang="en-US" sz="32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What is your family name?​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Chinese pinyin 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2234"/>
                  </a:ext>
                </a:extLst>
              </a:tr>
              <a:tr h="82663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ea typeface="等线"/>
                        </a:rPr>
                        <a:t>你姓什么？</a:t>
                      </a:r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Nǐ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xìng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shénme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?​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02479"/>
                  </a:ext>
                </a:extLst>
              </a:tr>
              <a:tr h="1120020"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ea typeface="等线"/>
                        </a:rPr>
                        <a:t>您贵姓？</a:t>
                      </a:r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</a:p>
                    <a:p>
                      <a:pPr algn="l" fontAlgn="base"/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Nín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guì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3200" b="0" i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xìng</a:t>
                      </a:r>
                      <a:r>
                        <a:rPr lang="zh-CN" altLang="en-US" sz="3200" b="0" i="0">
                          <a:solidFill>
                            <a:srgbClr val="000000"/>
                          </a:solidFill>
                          <a:effectLst/>
                          <a:ea typeface="等线"/>
                        </a:rPr>
                        <a:t>？</a:t>
                      </a: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</a:p>
                    <a:p>
                      <a:pPr algn="l" fontAlgn="base"/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60413" marR="60413" marT="30206" marB="30206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7915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0A5DADD-E81D-914D-BC76-212E16B20FA0}"/>
              </a:ext>
            </a:extLst>
          </p:cNvPr>
          <p:cNvSpPr txBox="1"/>
          <p:nvPr/>
        </p:nvSpPr>
        <p:spPr>
          <a:xfrm>
            <a:off x="429986" y="1436914"/>
            <a:ext cx="110562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400">
                <a:ea typeface="等线"/>
              </a:rPr>
              <a:t>How to ask people’s family name? Here are two sentences structures that can help you.</a:t>
            </a:r>
            <a:endParaRPr lang="zh-CN" altLang="en-US" sz="2400">
              <a:ea typeface="等线"/>
              <a:cs typeface="Ca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E03A56-A529-2546-8A93-E296AD146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314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03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latin typeface="Calibri Light"/>
                <a:ea typeface="等线 Light"/>
                <a:cs typeface="Calibri Light"/>
              </a:rPr>
              <a:t>Family name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84" y="1331776"/>
            <a:ext cx="11604171" cy="51351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sz="2400">
                <a:solidFill>
                  <a:srgbClr val="0070C0"/>
                </a:solidFill>
                <a:latin typeface="+mn-lt"/>
                <a:ea typeface="華康儷粗黑(P)"/>
              </a:rPr>
              <a:t> </a:t>
            </a:r>
            <a:r>
              <a:rPr lang="en-US" altLang="zh-CN" sz="2400">
                <a:solidFill>
                  <a:schemeClr val="accent1"/>
                </a:solidFill>
                <a:latin typeface="+mn-lt"/>
                <a:ea typeface="華康儷粗黑(P)"/>
              </a:rPr>
              <a:t>What is your family name?</a:t>
            </a:r>
            <a:endParaRPr lang="en-US" altLang="zh-CN" sz="2400">
              <a:solidFill>
                <a:schemeClr val="accent1"/>
              </a:solidFill>
              <a:latin typeface="+mn-lt"/>
              <a:ea typeface="華康儷粗黑(P)"/>
              <a:cs typeface="Calibri"/>
            </a:endParaRPr>
          </a:p>
          <a:p>
            <a:endParaRPr lang="en-US" altLang="zh-CN" sz="2400">
              <a:solidFill>
                <a:schemeClr val="accent1"/>
              </a:solidFill>
              <a:latin typeface="+mn-lt"/>
              <a:ea typeface="華康儷粗黑(P)"/>
              <a:cs typeface="Calibri"/>
            </a:endParaRPr>
          </a:p>
          <a:p>
            <a:pPr marL="0" indent="0" fontAlgn="t">
              <a:buNone/>
            </a:pPr>
            <a:r>
              <a:rPr lang="zh-CN" altLang="en-US" sz="2400">
                <a:solidFill>
                  <a:schemeClr val="accent1"/>
                </a:solidFill>
                <a:latin typeface="+mn-lt"/>
                <a:ea typeface="華康儷粗黑(P)"/>
                <a:cs typeface="Calibri"/>
              </a:rPr>
              <a:t>    </a:t>
            </a:r>
            <a:r>
              <a:rPr lang="zh-CN" sz="2400">
                <a:solidFill>
                  <a:schemeClr val="accent1"/>
                </a:solidFill>
                <a:latin typeface="+mn-lt"/>
                <a:ea typeface="華康儷粗黑(P)"/>
                <a:cs typeface="Calibri"/>
              </a:rPr>
              <a:t>你</a:t>
            </a:r>
            <a:r>
              <a:rPr lang="ja-JP" altLang="en-US" sz="2400">
                <a:solidFill>
                  <a:schemeClr val="accent1"/>
                </a:solidFill>
                <a:latin typeface="Calibri"/>
              </a:rPr>
              <a:t>姓</a:t>
            </a:r>
            <a:r>
              <a:rPr lang="zh-CN" altLang="en-US" sz="2400">
                <a:solidFill>
                  <a:schemeClr val="accent1"/>
                </a:solidFill>
                <a:latin typeface="Calibri"/>
              </a:rPr>
              <a:t>什么？</a:t>
            </a:r>
            <a:r>
              <a:rPr lang="en-US" sz="2400" err="1">
                <a:solidFill>
                  <a:schemeClr val="accent1"/>
                </a:solidFill>
                <a:ea typeface="華康儷粗黑(P)"/>
                <a:cs typeface="Calibri"/>
              </a:rPr>
              <a:t>Nǐ</a:t>
            </a:r>
            <a:r>
              <a:rPr lang="en-US" sz="2400">
                <a:solidFill>
                  <a:schemeClr val="accent1"/>
                </a:solidFill>
                <a:ea typeface="華康儷粗黑(P)"/>
                <a:cs typeface="Calibri"/>
              </a:rPr>
              <a:t>  </a:t>
            </a:r>
            <a:r>
              <a:rPr lang="en-US" altLang="ja-JP" sz="2400" err="1">
                <a:solidFill>
                  <a:schemeClr val="accent1"/>
                </a:solidFill>
                <a:latin typeface="Calibri"/>
                <a:ea typeface="華康儷粗黑(P)"/>
              </a:rPr>
              <a:t>xìng</a:t>
            </a:r>
            <a:r>
              <a:rPr lang="en-US" altLang="ja-JP" sz="2400">
                <a:solidFill>
                  <a:schemeClr val="accent1"/>
                </a:solidFill>
                <a:latin typeface="Calibri"/>
                <a:ea typeface="華康儷粗黑(P)"/>
              </a:rPr>
              <a:t> </a:t>
            </a:r>
            <a:r>
              <a:rPr lang="en-US" altLang="zh-CN" sz="2400" err="1">
                <a:solidFill>
                  <a:schemeClr val="accent1"/>
                </a:solidFill>
                <a:latin typeface="Calibri"/>
                <a:ea typeface="華康儷粗黑(P)"/>
              </a:rPr>
              <a:t>shénme</a:t>
            </a:r>
            <a:r>
              <a:rPr lang="en-US" altLang="zh-CN" sz="2400">
                <a:solidFill>
                  <a:schemeClr val="accent1"/>
                </a:solidFill>
                <a:latin typeface="Calibri"/>
                <a:ea typeface="華康儷粗黑(P)"/>
              </a:rPr>
              <a:t>?  Or </a:t>
            </a:r>
            <a:r>
              <a:rPr lang="zh-CN" altLang="en-US" sz="2400">
                <a:solidFill>
                  <a:schemeClr val="accent1"/>
                </a:solidFill>
                <a:latin typeface="Calibri"/>
              </a:rPr>
              <a:t>您</a:t>
            </a:r>
            <a:r>
              <a:rPr lang="ja-JP" altLang="en-US" sz="2400">
                <a:solidFill>
                  <a:schemeClr val="accent1"/>
                </a:solidFill>
                <a:latin typeface="Calibri"/>
              </a:rPr>
              <a:t>贵姓？</a:t>
            </a:r>
            <a:r>
              <a:rPr lang="en-US" altLang="ja-JP" sz="2400">
                <a:solidFill>
                  <a:schemeClr val="accent1"/>
                </a:solidFill>
                <a:latin typeface="Calibri"/>
                <a:ea typeface="華康儷粗黑(P)"/>
              </a:rPr>
              <a:t> </a:t>
            </a:r>
            <a:r>
              <a:rPr lang="en-US" altLang="ja-JP" sz="2400" err="1">
                <a:solidFill>
                  <a:schemeClr val="accent1"/>
                </a:solidFill>
                <a:latin typeface="+mn-lt"/>
                <a:ea typeface="華康儷粗黑(P)"/>
              </a:rPr>
              <a:t>N</a:t>
            </a:r>
            <a:r>
              <a:rPr lang="en-US" sz="2400" err="1">
                <a:solidFill>
                  <a:schemeClr val="accent1"/>
                </a:solidFill>
                <a:latin typeface="+mn-lt"/>
                <a:ea typeface="華康儷粗黑(P)"/>
              </a:rPr>
              <a:t>í</a:t>
            </a:r>
            <a:r>
              <a:rPr lang="en-US" altLang="zh-CN" sz="2400" err="1">
                <a:solidFill>
                  <a:schemeClr val="accent1"/>
                </a:solidFill>
                <a:latin typeface="+mn-lt"/>
                <a:ea typeface="華康儷粗黑(P)"/>
              </a:rPr>
              <a:t>n</a:t>
            </a:r>
            <a:r>
              <a:rPr lang="en-US" altLang="ja-JP" sz="2400">
                <a:solidFill>
                  <a:schemeClr val="accent1"/>
                </a:solidFill>
                <a:latin typeface="+mn-lt"/>
                <a:ea typeface="華康儷粗黑(P)"/>
              </a:rPr>
              <a:t> </a:t>
            </a:r>
            <a:r>
              <a:rPr lang="en-US" altLang="ja-JP" sz="2400" err="1">
                <a:solidFill>
                  <a:schemeClr val="accent1"/>
                </a:solidFill>
                <a:latin typeface="+mn-lt"/>
                <a:ea typeface="華康儷粗黑(P)"/>
              </a:rPr>
              <a:t>guì</a:t>
            </a:r>
            <a:r>
              <a:rPr lang="en-US" altLang="ja-JP" sz="2400">
                <a:solidFill>
                  <a:schemeClr val="accent1"/>
                </a:solidFill>
                <a:latin typeface="+mn-lt"/>
                <a:ea typeface="華康儷粗黑(P)"/>
              </a:rPr>
              <a:t> </a:t>
            </a:r>
            <a:r>
              <a:rPr lang="en-US" altLang="ja-JP" sz="2400" err="1">
                <a:solidFill>
                  <a:schemeClr val="accent1"/>
                </a:solidFill>
                <a:latin typeface="+mn-lt"/>
                <a:ea typeface="華康儷粗黑(P)"/>
              </a:rPr>
              <a:t>xìng</a:t>
            </a:r>
            <a:r>
              <a:rPr lang="en-US" altLang="ja-JP" sz="2400">
                <a:solidFill>
                  <a:schemeClr val="accent1"/>
                </a:solidFill>
                <a:latin typeface="+mn-lt"/>
                <a:ea typeface="華康儷粗黑(P)"/>
              </a:rPr>
              <a:t> </a:t>
            </a:r>
            <a:r>
              <a:rPr lang="en-US" altLang="ja-JP" sz="2400">
                <a:solidFill>
                  <a:schemeClr val="accent1"/>
                </a:solidFill>
                <a:latin typeface="Calibri"/>
                <a:ea typeface="華康儷粗黑(P)"/>
              </a:rPr>
              <a:t>?</a:t>
            </a:r>
            <a:endParaRPr lang="en-US" sz="2400">
              <a:solidFill>
                <a:schemeClr val="accent1"/>
              </a:solidFill>
              <a:ea typeface="華康儷粗黑(P)"/>
            </a:endParaRPr>
          </a:p>
          <a:p>
            <a:endParaRPr lang="zh-CN" altLang="en-US" sz="2400">
              <a:solidFill>
                <a:schemeClr val="accent1"/>
              </a:solidFill>
              <a:latin typeface="+mn-lt"/>
              <a:ea typeface="華康儷粗黑(P)"/>
              <a:cs typeface="Calibri"/>
            </a:endParaRPr>
          </a:p>
          <a:p>
            <a:pPr marL="0" indent="0">
              <a:buNone/>
            </a:pPr>
            <a:endParaRPr lang="en-US" altLang="zh-CN" sz="2400">
              <a:latin typeface="+mn-lt"/>
              <a:ea typeface="華康儷粗黑(P)"/>
              <a:cs typeface="Calibri"/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  <a:cs typeface="Calibri"/>
              </a:rPr>
              <a:t>     </a:t>
            </a:r>
            <a:r>
              <a:rPr lang="zh-CN" altLang="en-US" sz="2400">
                <a:solidFill>
                  <a:schemeClr val="accent2">
                    <a:lumMod val="75000"/>
                  </a:schemeClr>
                </a:solidFill>
                <a:latin typeface="SimSun"/>
                <a:ea typeface="SimSun"/>
                <a:cs typeface="Times New Roman"/>
              </a:rPr>
              <a:t>我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SimSun"/>
                <a:ea typeface="SimSun"/>
                <a:cs typeface="Times New Roman"/>
              </a:rPr>
              <a:t>    姓    </a:t>
            </a:r>
            <a:r>
              <a:rPr lang="zh-CN" altLang="en-US" sz="2400">
                <a:solidFill>
                  <a:schemeClr val="accent2">
                    <a:lumMod val="75000"/>
                  </a:schemeClr>
                </a:solidFill>
                <a:latin typeface="SimSun"/>
                <a:ea typeface="SimSun"/>
                <a:cs typeface="Times New Roman"/>
              </a:rPr>
              <a:t>王。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My family name is Wang.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   </a:t>
            </a:r>
            <a:r>
              <a:rPr lang="en-US" altLang="zh-CN" sz="2400" err="1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W</a:t>
            </a:r>
            <a:r>
              <a:rPr lang="en-US" altLang="zh-CN" sz="2400" err="1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</a:rPr>
              <a:t>ǒ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</a:rPr>
              <a:t>       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  <a:cs typeface="Calibri"/>
              </a:rPr>
              <a:t>    </a:t>
            </a:r>
            <a:r>
              <a:rPr lang="en-US" sz="2400" err="1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xìng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 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</a:rPr>
              <a:t>       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華康儷粗黑(P)"/>
                <a:cs typeface="Calibri"/>
              </a:rPr>
              <a:t>   </a:t>
            </a:r>
            <a:r>
              <a:rPr lang="en-US" altLang="zh-CN" sz="2400">
                <a:solidFill>
                  <a:schemeClr val="accent2">
                    <a:lumMod val="75000"/>
                  </a:schemeClr>
                </a:solidFill>
                <a:latin typeface="+mn-lt"/>
                <a:ea typeface="SimSun"/>
                <a:cs typeface="Times New Roman"/>
              </a:rPr>
              <a:t>Wáng.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1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43CF7-1E09-AB4E-B3A5-CEFFCFECBB8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1515" y="3925392"/>
            <a:ext cx="94111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828AAB-8E05-344F-3A47-DA367FCBBBEF}"/>
              </a:ext>
            </a:extLst>
          </p:cNvPr>
          <p:cNvSpPr txBox="1"/>
          <p:nvPr/>
        </p:nvSpPr>
        <p:spPr>
          <a:xfrm>
            <a:off x="9217478" y="6074228"/>
            <a:ext cx="21717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r>
              <a:rPr lang="ja-JP" altLang="en-US">
                <a:ea typeface="游ゴシック"/>
              </a:rPr>
              <a:t>              王鹏</a:t>
            </a:r>
            <a:endParaRPr lang="en-US">
              <a:ea typeface="游ゴシック"/>
              <a:cs typeface="Calibri"/>
            </a:endParaRPr>
          </a:p>
        </p:txBody>
      </p:sp>
      <p:pic>
        <p:nvPicPr>
          <p:cNvPr id="7" name="Picture 7" descr="Speech Bubble Free Stock Photo - Public Domain Pictures">
            <a:extLst>
              <a:ext uri="{FF2B5EF4-FFF2-40B4-BE49-F238E27FC236}">
                <a16:creationId xmlns:a16="http://schemas.microsoft.com/office/drawing/2014/main" id="{84F2FA99-0DA1-9236-99A1-1713F791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004" y="1327275"/>
            <a:ext cx="2238375" cy="2185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CFD1AB-BF8F-85EC-0DC3-D07B3D61F7D6}"/>
              </a:ext>
            </a:extLst>
          </p:cNvPr>
          <p:cNvSpPr txBox="1"/>
          <p:nvPr/>
        </p:nvSpPr>
        <p:spPr>
          <a:xfrm>
            <a:off x="9929132" y="1845129"/>
            <a:ext cx="12954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/>
                </a:solidFill>
                <a:ea typeface="華康儷粗黑(P)"/>
                <a:cs typeface="Calibri"/>
              </a:rPr>
              <a:t>Nǐ  </a:t>
            </a:r>
            <a:r>
              <a:rPr lang="en-US" altLang="ja-JP">
                <a:solidFill>
                  <a:schemeClr val="accent1"/>
                </a:solidFill>
              </a:rPr>
              <a:t>xìng </a:t>
            </a:r>
            <a:r>
              <a:rPr lang="en-US" altLang="zh-CN">
                <a:solidFill>
                  <a:schemeClr val="accent1"/>
                </a:solidFill>
              </a:rPr>
              <a:t>shén me?</a:t>
            </a:r>
            <a:endParaRPr lang="en-US"/>
          </a:p>
        </p:txBody>
      </p:sp>
      <p:pic>
        <p:nvPicPr>
          <p:cNvPr id="10" name="Picture 3" descr="A picture containing clipart&#10;&#10;Description automatically generated">
            <a:extLst>
              <a:ext uri="{FF2B5EF4-FFF2-40B4-BE49-F238E27FC236}">
                <a16:creationId xmlns:a16="http://schemas.microsoft.com/office/drawing/2014/main" id="{004FD0EB-BE01-B7EA-E0E6-E91659DA4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3360964"/>
            <a:ext cx="1834243" cy="25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3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0384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</a:rPr>
              <a:t>Activity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711" y="194170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>
                <a:latin typeface="+mn-lt"/>
                <a:ea typeface="SimSun"/>
                <a:cs typeface="Times New Roman"/>
              </a:rPr>
              <a:t>Chinese names translation machine: </a:t>
            </a:r>
            <a:endParaRPr lang="en-US" altLang="zh-CN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u="sng">
                <a:ea typeface="華康儷粗黑(P)"/>
                <a:hlinkClick r:id="rId3"/>
              </a:rPr>
              <a:t>http://www.mandarintools.com/chinesename.html</a:t>
            </a:r>
            <a:endParaRPr lang="en-US" altLang="zh-CN" sz="2400">
              <a:latin typeface="+mn-lt"/>
              <a:ea typeface="華康儷粗黑(P)"/>
              <a:cs typeface="Times New Roman" panose="02020603050405020304" pitchFamily="18" charset="0"/>
            </a:endParaRPr>
          </a:p>
          <a:p>
            <a:endParaRPr lang="en-US" altLang="zh-CN" sz="24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543CF7-1E09-AB4E-B3A5-CEFFCFECBB8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1515" y="3925392"/>
            <a:ext cx="94111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ea typeface="等线 Light"/>
              </a:rPr>
              <a:t>Family name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95" y="1361135"/>
            <a:ext cx="11069051" cy="16719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>
                <a:latin typeface="+mn-lt"/>
                <a:ea typeface="華康儷粗黑(P)"/>
              </a:rPr>
              <a:t>In total, 22,000 family names have been used.</a:t>
            </a:r>
            <a:endParaRPr lang="en-US" altLang="zh-CN">
              <a:latin typeface="+mn-lt"/>
              <a:ea typeface="華康儷粗黑(P)"/>
              <a:cs typeface="Calibri"/>
            </a:endParaRPr>
          </a:p>
          <a:p>
            <a:r>
              <a:rPr lang="en-US" altLang="zh-CN">
                <a:latin typeface="+mn-lt"/>
                <a:ea typeface="華康儷粗黑(P)"/>
              </a:rPr>
              <a:t>The most popular three are </a:t>
            </a:r>
            <a:r>
              <a:rPr lang="zh-CN" altLang="zh-CN">
                <a:latin typeface="+mn-lt"/>
              </a:rPr>
              <a:t>李</a:t>
            </a:r>
            <a:r>
              <a:rPr lang="en-US" altLang="zh-CN" err="1">
                <a:latin typeface="+mn-lt"/>
                <a:ea typeface="華康儷粗黑(P)"/>
              </a:rPr>
              <a:t>L</a:t>
            </a:r>
            <a:r>
              <a:rPr lang="en-US" altLang="zh-CN" err="1">
                <a:ea typeface="華康儷粗黑(P)"/>
              </a:rPr>
              <a:t>ǐ</a:t>
            </a:r>
            <a:r>
              <a:rPr lang="en-US" altLang="zh-CN">
                <a:latin typeface="+mn-lt"/>
                <a:ea typeface="華康儷粗黑(P)"/>
              </a:rPr>
              <a:t>, </a:t>
            </a:r>
            <a:r>
              <a:rPr lang="zh-CN" altLang="en-US">
                <a:latin typeface="+mn-lt"/>
              </a:rPr>
              <a:t>王</a:t>
            </a:r>
            <a:r>
              <a:rPr lang="en-US" altLang="zh-CN">
                <a:latin typeface="+mn-lt"/>
                <a:ea typeface="華康儷粗黑(P)"/>
              </a:rPr>
              <a:t>Wáng and </a:t>
            </a:r>
            <a:r>
              <a:rPr lang="zh-CN" altLang="zh-CN">
                <a:latin typeface="+mn-lt"/>
              </a:rPr>
              <a:t>张 </a:t>
            </a:r>
            <a:r>
              <a:rPr lang="en-US" altLang="zh-CN">
                <a:latin typeface="+mn-lt"/>
                <a:ea typeface="華康儷粗黑(P)"/>
              </a:rPr>
              <a:t>Zhāng, representing 22 % of Chinese populations.</a:t>
            </a:r>
            <a:endParaRPr lang="zh-CN" altLang="en-US">
              <a:latin typeface="+mn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1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Content Placeholder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9406704"/>
              </p:ext>
            </p:extLst>
          </p:nvPr>
        </p:nvGraphicFramePr>
        <p:xfrm>
          <a:off x="648629" y="3211552"/>
          <a:ext cx="9971049" cy="3146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219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ea typeface="等线 Light"/>
              </a:rPr>
              <a:t>Family name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3936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zh-CN">
              <a:latin typeface="+mn-lt"/>
            </a:endParaRPr>
          </a:p>
          <a:p>
            <a:pPr marL="0" indent="0">
              <a:buNone/>
            </a:pPr>
            <a:endParaRPr lang="en-US" altLang="zh-CN">
              <a:latin typeface="+mn-lt"/>
              <a:cs typeface="Calibri" panose="020F0502020204030204"/>
            </a:endParaRPr>
          </a:p>
          <a:p>
            <a:r>
              <a:rPr lang="en-US" altLang="zh-CN">
                <a:latin typeface="+mn-lt"/>
                <a:ea typeface="華康儷粗黑(P)"/>
              </a:rPr>
              <a:t>Two-character family names：</a:t>
            </a:r>
            <a:endParaRPr lang="en-US" altLang="zh-CN">
              <a:latin typeface="+mn-lt"/>
            </a:endParaRPr>
          </a:p>
          <a:p>
            <a:pPr marL="0" indent="0">
              <a:buNone/>
            </a:pPr>
            <a:r>
              <a:rPr lang="zh-CN" altLang="zh-CN">
                <a:latin typeface="+mn-lt"/>
              </a:rPr>
              <a:t> 欧阳</a:t>
            </a:r>
            <a:r>
              <a:rPr lang="en-US" altLang="zh-CN" err="1">
                <a:latin typeface="+mn-lt"/>
                <a:ea typeface="華康儷粗黑(P)"/>
              </a:rPr>
              <a:t>Ōu</a:t>
            </a:r>
            <a:r>
              <a:rPr lang="en-US" altLang="zh-CN">
                <a:latin typeface="+mn-lt"/>
                <a:ea typeface="華康儷粗黑(P)"/>
              </a:rPr>
              <a:t> Yáng, </a:t>
            </a:r>
            <a:r>
              <a:rPr lang="zh-CN" altLang="zh-CN">
                <a:latin typeface="+mn-lt"/>
              </a:rPr>
              <a:t>上官</a:t>
            </a:r>
            <a:r>
              <a:rPr lang="en-US" altLang="zh-CN">
                <a:latin typeface="+mn-lt"/>
                <a:ea typeface="華康儷粗黑(P)"/>
              </a:rPr>
              <a:t>Shàng Guān, </a:t>
            </a:r>
            <a:r>
              <a:rPr lang="zh-CN" altLang="zh-CN">
                <a:latin typeface="+mn-lt"/>
              </a:rPr>
              <a:t>司马</a:t>
            </a:r>
            <a:r>
              <a:rPr lang="en-US" altLang="zh-CN" err="1">
                <a:latin typeface="+mn-lt"/>
                <a:ea typeface="華康儷粗黑(P)"/>
              </a:rPr>
              <a:t>Sī</a:t>
            </a:r>
            <a:r>
              <a:rPr lang="en-US" altLang="zh-CN">
                <a:latin typeface="+mn-lt"/>
                <a:ea typeface="華康儷粗黑(P)"/>
              </a:rPr>
              <a:t> </a:t>
            </a:r>
            <a:r>
              <a:rPr lang="en-US" altLang="zh-CN" err="1">
                <a:latin typeface="+mn-lt"/>
                <a:ea typeface="華康儷粗黑(P)"/>
              </a:rPr>
              <a:t>M</a:t>
            </a:r>
            <a:r>
              <a:rPr lang="en-US" altLang="zh-CN" err="1">
                <a:ea typeface="華康儷粗黑(P)"/>
              </a:rPr>
              <a:t>ǎ</a:t>
            </a:r>
            <a:r>
              <a:rPr lang="en-US" altLang="zh-CN">
                <a:latin typeface="+mn-lt"/>
                <a:ea typeface="華康儷粗黑(P)"/>
              </a:rPr>
              <a:t>, </a:t>
            </a:r>
            <a:endParaRPr lang="en-US" altLang="zh-CN">
              <a:latin typeface="+mn-lt"/>
            </a:endParaRPr>
          </a:p>
          <a:p>
            <a:pPr marL="0" indent="0">
              <a:buNone/>
            </a:pPr>
            <a:r>
              <a:rPr lang="zh-CN" altLang="zh-CN">
                <a:latin typeface="+mn-lt"/>
              </a:rPr>
              <a:t> 诸葛</a:t>
            </a:r>
            <a:r>
              <a:rPr lang="en-US" altLang="zh-CN">
                <a:latin typeface="+mn-lt"/>
                <a:ea typeface="華康儷粗黑(P)"/>
              </a:rPr>
              <a:t>Zhū G</a:t>
            </a:r>
            <a:r>
              <a:rPr lang="en-US" altLang="zh-CN">
                <a:ea typeface="華康儷粗黑(P)"/>
              </a:rPr>
              <a:t>ě</a:t>
            </a:r>
            <a:r>
              <a:rPr lang="en-US" altLang="zh-CN">
                <a:latin typeface="+mn-lt"/>
                <a:ea typeface="華康儷粗黑(P)"/>
              </a:rPr>
              <a:t>,  </a:t>
            </a:r>
            <a:r>
              <a:rPr lang="zh-CN" altLang="zh-CN">
                <a:latin typeface="+mn-lt"/>
              </a:rPr>
              <a:t>东方</a:t>
            </a:r>
            <a:r>
              <a:rPr lang="zh-CN" altLang="en-US">
                <a:latin typeface="+mn-lt"/>
                <a:ea typeface="華康儷粗黑(P)"/>
              </a:rPr>
              <a:t> </a:t>
            </a:r>
            <a:r>
              <a:rPr lang="en-US" altLang="zh-CN">
                <a:latin typeface="+mn-lt"/>
                <a:ea typeface="華康儷粗黑(P)"/>
              </a:rPr>
              <a:t>Dōng Fāng, among others. </a:t>
            </a:r>
            <a:endParaRPr lang="en-US" altLang="zh-CN">
              <a:latin typeface="+mn-lt"/>
              <a:cs typeface="Calibri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5257" y="52976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55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7495" y="0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>
                <a:solidFill>
                  <a:srgbClr val="FFFF00"/>
                </a:solidFill>
                <a:ea typeface="等线 Light"/>
              </a:rPr>
              <a:t>Family name</a:t>
            </a:r>
            <a:endParaRPr lang="zh-TW" altLang="en-US" sz="3500">
              <a:solidFill>
                <a:srgbClr val="FFFF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AD9A96D-6CA1-FE4E-A614-61F140996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14489" y="-1840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82A0274-A1F7-854C-A924-648114817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39360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altLang="zh-CN">
              <a:latin typeface="+mn-lt"/>
            </a:endParaRPr>
          </a:p>
          <a:p>
            <a:pPr marL="0" indent="0">
              <a:buNone/>
            </a:pPr>
            <a:r>
              <a:rPr lang="en-US" altLang="zh-CN">
                <a:latin typeface="+mn-lt"/>
                <a:ea typeface="華康儷粗黑(P)"/>
                <a:cs typeface="Calibri" panose="020F0502020204030204"/>
              </a:rPr>
              <a:t>Mr. Li = </a:t>
            </a:r>
            <a:r>
              <a:rPr lang="en-US" err="1">
                <a:latin typeface="+mn-lt"/>
                <a:ea typeface="華康儷粗黑(P)"/>
                <a:cs typeface="Calibri" panose="020F0502020204030204"/>
              </a:rPr>
              <a:t>Lǐ</a:t>
            </a:r>
            <a:r>
              <a:rPr lang="en-US">
                <a:latin typeface="+mn-lt"/>
                <a:ea typeface="華康儷粗黑(P)"/>
                <a:cs typeface="Calibri" panose="020F0502020204030204"/>
              </a:rPr>
              <a:t> </a:t>
            </a:r>
            <a:r>
              <a:rPr lang="en-US" err="1">
                <a:latin typeface="+mn-lt"/>
                <a:ea typeface="華康儷粗黑(P)"/>
                <a:cs typeface="Calibri" panose="020F0502020204030204"/>
              </a:rPr>
              <a:t>xiansheng</a:t>
            </a:r>
            <a:r>
              <a:rPr lang="en-US">
                <a:latin typeface="+mn-lt"/>
                <a:ea typeface="華康儷粗黑(P)"/>
                <a:cs typeface="Calibri" panose="020F0502020204030204"/>
              </a:rPr>
              <a:t> </a:t>
            </a:r>
            <a:r>
              <a:rPr lang="zh-CN" altLang="en-US">
                <a:latin typeface="+mn-lt"/>
                <a:cs typeface="Calibri" panose="020F0502020204030204"/>
              </a:rPr>
              <a:t>李先生  </a:t>
            </a:r>
          </a:p>
          <a:p>
            <a:pPr marL="0" indent="0">
              <a:buNone/>
            </a:pPr>
            <a:endParaRPr lang="zh-CN" altLang="en-US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zh-CN" altLang="en-US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r>
              <a:rPr lang="zh-CN" altLang="en-US">
                <a:latin typeface="+mn-lt"/>
                <a:cs typeface="Calibri" panose="020F0502020204030204"/>
              </a:rPr>
              <a:t>Ms. Zhang = </a:t>
            </a:r>
            <a:r>
              <a:rPr lang="en-US" altLang="zh-CN">
                <a:latin typeface="+mn-lt"/>
                <a:ea typeface="華康儷粗黑(P)"/>
                <a:cs typeface="Calibri" panose="020F0502020204030204"/>
              </a:rPr>
              <a:t>Zhāng </a:t>
            </a:r>
            <a:r>
              <a:rPr lang="en-US" err="1">
                <a:latin typeface="+mn-lt"/>
                <a:ea typeface="華康儷粗黑(P)"/>
                <a:cs typeface="Calibri" panose="020F0502020204030204"/>
              </a:rPr>
              <a:t>xiǎojiě</a:t>
            </a:r>
            <a:r>
              <a:rPr lang="en-US">
                <a:latin typeface="+mn-lt"/>
                <a:ea typeface="華康儷粗黑(P)"/>
                <a:cs typeface="Calibri" panose="020F0502020204030204"/>
              </a:rPr>
              <a:t>  </a:t>
            </a:r>
            <a:r>
              <a:rPr lang="en-US" altLang="zh-CN">
                <a:latin typeface="+mn-lt"/>
                <a:ea typeface="華康儷粗黑(P)"/>
                <a:cs typeface="Calibri" panose="020F0502020204030204"/>
              </a:rPr>
              <a:t> </a:t>
            </a:r>
            <a:r>
              <a:rPr lang="zh-CN">
                <a:latin typeface="+mn-lt"/>
                <a:cs typeface="Calibri" panose="020F0502020204030204"/>
              </a:rPr>
              <a:t>张小姐</a:t>
            </a:r>
            <a:endParaRPr lang="zh-CN" altLang="en-US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zh-CN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en-US" altLang="zh-CN">
              <a:latin typeface="+mn-lt"/>
              <a:ea typeface="華康儷粗黑(P)"/>
              <a:cs typeface="Calibri" panose="020F0502020204030204"/>
            </a:endParaRPr>
          </a:p>
          <a:p>
            <a:pPr marL="0" indent="0">
              <a:buNone/>
            </a:pPr>
            <a:r>
              <a:rPr lang="en-US" altLang="zh-CN">
                <a:latin typeface="+mn-lt"/>
                <a:ea typeface="華康儷粗黑(P)"/>
                <a:cs typeface="Calibri" panose="020F0502020204030204"/>
              </a:rPr>
              <a:t>Teacher Sun  = </a:t>
            </a:r>
            <a:r>
              <a:rPr lang="en-US">
                <a:latin typeface="+mn-lt"/>
                <a:ea typeface="華康儷粗黑(P)"/>
                <a:cs typeface="Calibri" panose="020F0502020204030204"/>
              </a:rPr>
              <a:t>Sūn </a:t>
            </a:r>
            <a:r>
              <a:rPr lang="en-US" err="1">
                <a:latin typeface="+mn-lt"/>
                <a:ea typeface="華康儷粗黑(P)"/>
                <a:cs typeface="Calibri" panose="020F0502020204030204"/>
              </a:rPr>
              <a:t>lǎoshī</a:t>
            </a:r>
            <a:r>
              <a:rPr lang="en-US">
                <a:latin typeface="+mn-lt"/>
                <a:ea typeface="華康儷粗黑(P)"/>
                <a:cs typeface="Calibri" panose="020F0502020204030204"/>
              </a:rPr>
              <a:t>   </a:t>
            </a:r>
            <a:r>
              <a:rPr lang="zh-CN" altLang="en-US">
                <a:latin typeface="+mn-lt"/>
                <a:ea typeface="華康儷粗黑(P)"/>
                <a:cs typeface="Calibri" panose="020F0502020204030204"/>
              </a:rPr>
              <a:t>孙老师 </a:t>
            </a:r>
            <a:endParaRPr lang="zh-CN"/>
          </a:p>
          <a:p>
            <a:pPr marL="0" indent="0">
              <a:buNone/>
            </a:pPr>
            <a:endParaRPr lang="zh-CN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zh-CN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zh-CN" altLang="en-US">
              <a:latin typeface="+mn-lt"/>
              <a:cs typeface="Calibri" panose="020F0502020204030204"/>
            </a:endParaRPr>
          </a:p>
          <a:p>
            <a:pPr marL="0" indent="0">
              <a:buNone/>
            </a:pPr>
            <a:endParaRPr lang="zh-CN" altLang="en-US">
              <a:latin typeface="+mn-lt"/>
              <a:cs typeface="Calibri" panose="020F0502020204030204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99936B8-3A57-1742-98A4-944C75A07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01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B26304C-405F-D18B-7217-7C6A8C0F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720" y="5153024"/>
            <a:ext cx="1763486" cy="1470933"/>
          </a:xfrm>
          <a:prstGeom prst="rect">
            <a:avLst/>
          </a:prstGeom>
        </p:spPr>
      </p:pic>
      <p:pic>
        <p:nvPicPr>
          <p:cNvPr id="7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3194C5D9-2875-5F76-7164-449E76996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184" y="3280811"/>
            <a:ext cx="1409701" cy="1745541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FDF4C7DA-2400-DAC3-BD34-A4D9CF9A5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896" y="1843767"/>
            <a:ext cx="779690" cy="128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86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99836" y="1716768"/>
            <a:ext cx="8291382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>
                <a:latin typeface="華康儷粗黑(P)" panose="020B0700000000000000" pitchFamily="34" charset="-120"/>
                <a:ea typeface="華康儷粗黑(P)"/>
              </a:rPr>
              <a:t>Thanks for watching.</a:t>
            </a:r>
            <a:endParaRPr lang="en-US" altLang="zh-TW" sz="4800"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184" y="-1"/>
            <a:ext cx="11954816" cy="11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500">
                <a:solidFill>
                  <a:srgbClr val="C8B10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The end</a:t>
            </a:r>
            <a:endParaRPr lang="zh-TW" altLang="en-US" sz="3500">
              <a:solidFill>
                <a:srgbClr val="C8B10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9B477A3-BF66-4AE7-80DD-B9BE3B4D8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971" y="3375625"/>
            <a:ext cx="5974896" cy="21886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6AE1B-F38D-4094-80F0-82F7F7098937}"/>
              </a:ext>
            </a:extLst>
          </p:cNvPr>
          <p:cNvSpPr txBox="1"/>
          <p:nvPr/>
        </p:nvSpPr>
        <p:spPr>
          <a:xfrm>
            <a:off x="6765471" y="594904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Credit: Evegesha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85333-0915-463D-A98E-553EE28079FF}"/>
              </a:ext>
            </a:extLst>
          </p:cNvPr>
          <p:cNvSpPr txBox="1"/>
          <p:nvPr/>
        </p:nvSpPr>
        <p:spPr>
          <a:xfrm>
            <a:off x="7309757" y="6547758"/>
            <a:ext cx="6961414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/>
              <a:t>Note: All pictures come from </a:t>
            </a:r>
            <a:r>
              <a:rPr lang="en-US" sz="800" err="1"/>
              <a:t>ShutterStock</a:t>
            </a:r>
            <a:r>
              <a:rPr lang="en-US" sz="800"/>
              <a:t> and creative commons</a:t>
            </a:r>
            <a:endParaRPr lang="en-US" sz="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7407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50D1DB6-92E9-4F99-B527-CEF22AD30156}" vid="{E298C0C1-F822-4F01-87DA-909A022E3F3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 Zhikai</dc:creator>
  <cp:revision>4</cp:revision>
  <dcterms:created xsi:type="dcterms:W3CDTF">2022-03-26T02:27:23Z</dcterms:created>
  <dcterms:modified xsi:type="dcterms:W3CDTF">2022-06-24T11:30:18Z</dcterms:modified>
</cp:coreProperties>
</file>