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2" r:id="rId4"/>
    <p:sldId id="268" r:id="rId5"/>
    <p:sldId id="269" r:id="rId6"/>
    <p:sldId id="270" r:id="rId7"/>
    <p:sldId id="271" r:id="rId8"/>
    <p:sldId id="261" r:id="rId9"/>
    <p:sldId id="273" r:id="rId10"/>
    <p:sldId id="258" r:id="rId11"/>
    <p:sldId id="259" r:id="rId12"/>
    <p:sldId id="260" r:id="rId13"/>
    <p:sldId id="267" r:id="rId14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B100"/>
    <a:srgbClr val="663300"/>
    <a:srgbClr val="666633"/>
    <a:srgbClr val="660066"/>
    <a:srgbClr val="006600"/>
    <a:srgbClr val="339966"/>
    <a:srgbClr val="003A00"/>
    <a:srgbClr val="0033CC"/>
    <a:srgbClr val="00CC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E2A88-5430-0E92-1E07-C8CB6A52ED62}" v="105" dt="2022-04-08T12:37:51.534"/>
    <p1510:client id="{0AD31068-2431-0188-3DAE-02B1FFABF136}" v="78" dt="2022-06-06T03:40:55.203"/>
    <p1510:client id="{39EDBC39-BDAC-25E1-DE16-747AA7273026}" v="55" dt="2022-06-14T04:22:22.826"/>
    <p1510:client id="{3BE240A3-8CF8-5C29-3FFC-66BDCDE28824}" v="7" dt="2022-06-03T09:17:09.577"/>
    <p1510:client id="{46C972D5-ADDA-B9EE-2293-FCC6EBD7E916}" v="5" dt="2022-06-22T01:25:33.991"/>
    <p1510:client id="{57996545-16C3-96A7-264E-BF6CA06C34E4}" v="35" dt="2022-06-14T04:15:13.959"/>
    <p1510:client id="{57C43038-86D1-3424-C2C2-900631D7D539}" v="34" dt="2022-04-08T12:25:02.800"/>
    <p1510:client id="{62C4D775-899F-FD21-F33A-02F470BD9F2A}" v="2" dt="2022-06-13T14:11:10.314"/>
    <p1510:client id="{A43759FE-2105-AC03-311A-AF6946221C49}" v="365" dt="2022-04-08T15:59:34.027"/>
    <p1510:client id="{C46B89AF-8F86-1559-406E-2CFD0CE643A4}" v="33" dt="2022-06-10T03:54:21.515"/>
    <p1510:client id="{C4F32EAE-B388-A405-1A00-AFFDDCFBF9FD}" v="1" dt="2022-06-10T05:47:18.777"/>
    <p1510:client id="{C62E310C-BE43-6C16-561F-4345BE33C7F7}" v="2" dt="2022-04-08T12:00:04.040"/>
    <p1510:client id="{CB1D1AB5-70AF-E199-65E4-2747C7CED99E}" v="107" dt="2022-06-22T04:34:23.133"/>
    <p1510:client id="{FDE9D3F4-E880-6E4B-12F1-8D829D806C51}" v="119" dt="2022-06-13T13:02:57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fe5b8cb3964ca0fa1720a43b52db92882a961297cf67fe1d08d6553ad1a5532e::" providerId="AD" clId="Web-{FDE9D3F4-E880-6E4B-12F1-8D829D806C51}"/>
    <pc:docChg chg="modSld">
      <pc:chgData name="Guest User" userId="S::urn:spo:anon#fe5b8cb3964ca0fa1720a43b52db92882a961297cf67fe1d08d6553ad1a5532e::" providerId="AD" clId="Web-{FDE9D3F4-E880-6E4B-12F1-8D829D806C51}" dt="2022-06-13T13:02:57.995" v="126" actId="1076"/>
      <pc:docMkLst>
        <pc:docMk/>
      </pc:docMkLst>
      <pc:sldChg chg="addSp delSp modSp addAnim delAnim modAnim">
        <pc:chgData name="Guest User" userId="S::urn:spo:anon#fe5b8cb3964ca0fa1720a43b52db92882a961297cf67fe1d08d6553ad1a5532e::" providerId="AD" clId="Web-{FDE9D3F4-E880-6E4B-12F1-8D829D806C51}" dt="2022-06-13T13:02:57.995" v="126" actId="1076"/>
        <pc:sldMkLst>
          <pc:docMk/>
          <pc:sldMk cId="3860627995" sldId="261"/>
        </pc:sldMkLst>
        <pc:spChg chg="add mod">
          <ac:chgData name="Guest User" userId="S::urn:spo:anon#fe5b8cb3964ca0fa1720a43b52db92882a961297cf67fe1d08d6553ad1a5532e::" providerId="AD" clId="Web-{FDE9D3F4-E880-6E4B-12F1-8D829D806C51}" dt="2022-06-13T12:58:44.910" v="92" actId="1076"/>
          <ac:spMkLst>
            <pc:docMk/>
            <pc:sldMk cId="3860627995" sldId="261"/>
            <ac:spMk id="2" creationId="{BF5237E1-EFD0-22A0-1089-055EB55A436C}"/>
          </ac:spMkLst>
        </pc:spChg>
        <pc:spChg chg="mod">
          <ac:chgData name="Guest User" userId="S::urn:spo:anon#fe5b8cb3964ca0fa1720a43b52db92882a961297cf67fe1d08d6553ad1a5532e::" providerId="AD" clId="Web-{FDE9D3F4-E880-6E4B-12F1-8D829D806C51}" dt="2022-06-13T13:02:56.417" v="125" actId="20577"/>
          <ac:spMkLst>
            <pc:docMk/>
            <pc:sldMk cId="3860627995" sldId="261"/>
            <ac:spMk id="4" creationId="{00000000-0000-0000-0000-000000000000}"/>
          </ac:spMkLst>
        </pc:spChg>
        <pc:spChg chg="add mod">
          <ac:chgData name="Guest User" userId="S::urn:spo:anon#fe5b8cb3964ca0fa1720a43b52db92882a961297cf67fe1d08d6553ad1a5532e::" providerId="AD" clId="Web-{FDE9D3F4-E880-6E4B-12F1-8D829D806C51}" dt="2022-06-13T12:59:05.317" v="97" actId="1076"/>
          <ac:spMkLst>
            <pc:docMk/>
            <pc:sldMk cId="3860627995" sldId="261"/>
            <ac:spMk id="6" creationId="{B365B350-A023-9238-9CC0-9358903F53A0}"/>
          </ac:spMkLst>
        </pc:spChg>
        <pc:picChg chg="add del mod">
          <ac:chgData name="Guest User" userId="S::urn:spo:anon#fe5b8cb3964ca0fa1720a43b52db92882a961297cf67fe1d08d6553ad1a5532e::" providerId="AD" clId="Web-{FDE9D3F4-E880-6E4B-12F1-8D829D806C51}" dt="2022-06-13T12:59:49.162" v="108"/>
          <ac:picMkLst>
            <pc:docMk/>
            <pc:sldMk cId="3860627995" sldId="261"/>
            <ac:picMk id="3" creationId="{C1EF7F67-51E1-E8F4-4D3E-56D7B59D83C1}"/>
          </ac:picMkLst>
        </pc:picChg>
        <pc:picChg chg="add mod">
          <ac:chgData name="Guest User" userId="S::urn:spo:anon#fe5b8cb3964ca0fa1720a43b52db92882a961297cf67fe1d08d6553ad1a5532e::" providerId="AD" clId="Web-{FDE9D3F4-E880-6E4B-12F1-8D829D806C51}" dt="2022-06-13T13:02:57.995" v="126" actId="1076"/>
          <ac:picMkLst>
            <pc:docMk/>
            <pc:sldMk cId="3860627995" sldId="261"/>
            <ac:picMk id="7" creationId="{7FC77BB4-FCAE-AFBC-6C16-5E035F16E7D9}"/>
          </ac:picMkLst>
        </pc:picChg>
      </pc:sldChg>
      <pc:sldChg chg="modNotes">
        <pc:chgData name="Guest User" userId="S::urn:spo:anon#fe5b8cb3964ca0fa1720a43b52db92882a961297cf67fe1d08d6553ad1a5532e::" providerId="AD" clId="Web-{FDE9D3F4-E880-6E4B-12F1-8D829D806C51}" dt="2022-06-13T07:12:35.843" v="34"/>
        <pc:sldMkLst>
          <pc:docMk/>
          <pc:sldMk cId="2925110766" sldId="271"/>
        </pc:sldMkLst>
      </pc:sldChg>
      <pc:sldChg chg="modSp modNotes">
        <pc:chgData name="Guest User" userId="S::urn:spo:anon#fe5b8cb3964ca0fa1720a43b52db92882a961297cf67fe1d08d6553ad1a5532e::" providerId="AD" clId="Web-{FDE9D3F4-E880-6E4B-12F1-8D829D806C51}" dt="2022-06-13T07:11:28.263" v="28"/>
        <pc:sldMkLst>
          <pc:docMk/>
          <pc:sldMk cId="50952295" sldId="272"/>
        </pc:sldMkLst>
        <pc:spChg chg="mod">
          <ac:chgData name="Guest User" userId="S::urn:spo:anon#fe5b8cb3964ca0fa1720a43b52db92882a961297cf67fe1d08d6553ad1a5532e::" providerId="AD" clId="Web-{FDE9D3F4-E880-6E4B-12F1-8D829D806C51}" dt="2022-06-13T07:10:02.886" v="19" actId="20577"/>
          <ac:spMkLst>
            <pc:docMk/>
            <pc:sldMk cId="50952295" sldId="272"/>
            <ac:spMk id="5" creationId="{00000000-0000-0000-0000-000000000000}"/>
          </ac:spMkLst>
        </pc:spChg>
      </pc:sldChg>
    </pc:docChg>
  </pc:docChgLst>
  <pc:docChgLst>
    <pc:chgData name="Tong ZHOU" userId="S::lczhoutong@ust.hk::87cffab1-5c12-4ef9-b76c-5aed18ea936e" providerId="AD" clId="Web-{080E2A88-5430-0E92-1E07-C8CB6A52ED62}"/>
    <pc:docChg chg="modSld">
      <pc:chgData name="Tong ZHOU" userId="S::lczhoutong@ust.hk::87cffab1-5c12-4ef9-b76c-5aed18ea936e" providerId="AD" clId="Web-{080E2A88-5430-0E92-1E07-C8CB6A52ED62}" dt="2022-04-08T12:37:51.534" v="91" actId="20577"/>
      <pc:docMkLst>
        <pc:docMk/>
      </pc:docMkLst>
      <pc:sldChg chg="modSp">
        <pc:chgData name="Tong ZHOU" userId="S::lczhoutong@ust.hk::87cffab1-5c12-4ef9-b76c-5aed18ea936e" providerId="AD" clId="Web-{080E2A88-5430-0E92-1E07-C8CB6A52ED62}" dt="2022-04-08T12:25:58.389" v="6"/>
        <pc:sldMkLst>
          <pc:docMk/>
          <pc:sldMk cId="1512213599" sldId="258"/>
        </pc:sldMkLst>
        <pc:graphicFrameChg chg="mod modGraphic">
          <ac:chgData name="Tong ZHOU" userId="S::lczhoutong@ust.hk::87cffab1-5c12-4ef9-b76c-5aed18ea936e" providerId="AD" clId="Web-{080E2A88-5430-0E92-1E07-C8CB6A52ED62}" dt="2022-04-08T12:25:58.389" v="6"/>
          <ac:graphicFrameMkLst>
            <pc:docMk/>
            <pc:sldMk cId="1512213599" sldId="258"/>
            <ac:graphicFrameMk id="2" creationId="{2237F47E-1691-B09F-91C2-0553570F2F40}"/>
          </ac:graphicFrameMkLst>
        </pc:graphicFrameChg>
      </pc:sldChg>
      <pc:sldChg chg="modSp">
        <pc:chgData name="Tong ZHOU" userId="S::lczhoutong@ust.hk::87cffab1-5c12-4ef9-b76c-5aed18ea936e" providerId="AD" clId="Web-{080E2A88-5430-0E92-1E07-C8CB6A52ED62}" dt="2022-04-08T12:31:56.009" v="68" actId="20577"/>
        <pc:sldMkLst>
          <pc:docMk/>
          <pc:sldMk cId="4256173137" sldId="260"/>
        </pc:sldMkLst>
        <pc:spChg chg="mod">
          <ac:chgData name="Tong ZHOU" userId="S::lczhoutong@ust.hk::87cffab1-5c12-4ef9-b76c-5aed18ea936e" providerId="AD" clId="Web-{080E2A88-5430-0E92-1E07-C8CB6A52ED62}" dt="2022-04-08T12:31:56.009" v="68" actId="20577"/>
          <ac:spMkLst>
            <pc:docMk/>
            <pc:sldMk cId="4256173137" sldId="260"/>
            <ac:spMk id="4" creationId="{00000000-0000-0000-0000-000000000000}"/>
          </ac:spMkLst>
        </pc:spChg>
      </pc:sldChg>
      <pc:sldChg chg="modSp">
        <pc:chgData name="Tong ZHOU" userId="S::lczhoutong@ust.hk::87cffab1-5c12-4ef9-b76c-5aed18ea936e" providerId="AD" clId="Web-{080E2A88-5430-0E92-1E07-C8CB6A52ED62}" dt="2022-04-08T12:32:29.384" v="69" actId="14100"/>
        <pc:sldMkLst>
          <pc:docMk/>
          <pc:sldMk cId="3860627995" sldId="261"/>
        </pc:sldMkLst>
        <pc:spChg chg="mod">
          <ac:chgData name="Tong ZHOU" userId="S::lczhoutong@ust.hk::87cffab1-5c12-4ef9-b76c-5aed18ea936e" providerId="AD" clId="Web-{080E2A88-5430-0E92-1E07-C8CB6A52ED62}" dt="2022-04-08T12:32:29.384" v="69" actId="14100"/>
          <ac:spMkLst>
            <pc:docMk/>
            <pc:sldMk cId="3860627995" sldId="261"/>
            <ac:spMk id="4" creationId="{00000000-0000-0000-0000-000000000000}"/>
          </ac:spMkLst>
        </pc:spChg>
      </pc:sldChg>
      <pc:sldChg chg="modSp">
        <pc:chgData name="Tong ZHOU" userId="S::lczhoutong@ust.hk::87cffab1-5c12-4ef9-b76c-5aed18ea936e" providerId="AD" clId="Web-{080E2A88-5430-0E92-1E07-C8CB6A52ED62}" dt="2022-04-08T12:33:30.605" v="82" actId="1076"/>
        <pc:sldMkLst>
          <pc:docMk/>
          <pc:sldMk cId="3927371186" sldId="263"/>
        </pc:sldMkLst>
        <pc:graphicFrameChg chg="mod modGraphic">
          <ac:chgData name="Tong ZHOU" userId="S::lczhoutong@ust.hk::87cffab1-5c12-4ef9-b76c-5aed18ea936e" providerId="AD" clId="Web-{080E2A88-5430-0E92-1E07-C8CB6A52ED62}" dt="2022-04-08T12:33:23.698" v="81"/>
          <ac:graphicFrameMkLst>
            <pc:docMk/>
            <pc:sldMk cId="3927371186" sldId="263"/>
            <ac:graphicFrameMk id="2" creationId="{32F0F948-AA74-D14D-87DC-840BADB2C12A}"/>
          </ac:graphicFrameMkLst>
        </pc:graphicFrameChg>
        <pc:picChg chg="mod">
          <ac:chgData name="Tong ZHOU" userId="S::lczhoutong@ust.hk::87cffab1-5c12-4ef9-b76c-5aed18ea936e" providerId="AD" clId="Web-{080E2A88-5430-0E92-1E07-C8CB6A52ED62}" dt="2022-04-08T12:33:30.605" v="82" actId="1076"/>
          <ac:picMkLst>
            <pc:docMk/>
            <pc:sldMk cId="3927371186" sldId="263"/>
            <ac:picMk id="3077" creationId="{FD1A621A-02E8-5346-AF52-C2C4FF5B69E2}"/>
          </ac:picMkLst>
        </pc:picChg>
      </pc:sldChg>
      <pc:sldChg chg="modSp">
        <pc:chgData name="Tong ZHOU" userId="S::lczhoutong@ust.hk::87cffab1-5c12-4ef9-b76c-5aed18ea936e" providerId="AD" clId="Web-{080E2A88-5430-0E92-1E07-C8CB6A52ED62}" dt="2022-04-08T12:33:49.668" v="89" actId="1076"/>
        <pc:sldMkLst>
          <pc:docMk/>
          <pc:sldMk cId="3804997747" sldId="264"/>
        </pc:sldMkLst>
        <pc:graphicFrameChg chg="mod">
          <ac:chgData name="Tong ZHOU" userId="S::lczhoutong@ust.hk::87cffab1-5c12-4ef9-b76c-5aed18ea936e" providerId="AD" clId="Web-{080E2A88-5430-0E92-1E07-C8CB6A52ED62}" dt="2022-04-08T12:33:41.730" v="83" actId="1076"/>
          <ac:graphicFrameMkLst>
            <pc:docMk/>
            <pc:sldMk cId="3804997747" sldId="264"/>
            <ac:graphicFrameMk id="6" creationId="{B4F1F040-F83A-734F-8066-DC596BD791E7}"/>
          </ac:graphicFrameMkLst>
        </pc:graphicFrameChg>
        <pc:picChg chg="mod">
          <ac:chgData name="Tong ZHOU" userId="S::lczhoutong@ust.hk::87cffab1-5c12-4ef9-b76c-5aed18ea936e" providerId="AD" clId="Web-{080E2A88-5430-0E92-1E07-C8CB6A52ED62}" dt="2022-04-08T12:33:43.355" v="84" actId="1076"/>
          <ac:picMkLst>
            <pc:docMk/>
            <pc:sldMk cId="3804997747" sldId="264"/>
            <ac:picMk id="7171" creationId="{15655477-498D-9645-98CA-6E70332E5C3A}"/>
          </ac:picMkLst>
        </pc:picChg>
        <pc:picChg chg="mod">
          <ac:chgData name="Tong ZHOU" userId="S::lczhoutong@ust.hk::87cffab1-5c12-4ef9-b76c-5aed18ea936e" providerId="AD" clId="Web-{080E2A88-5430-0E92-1E07-C8CB6A52ED62}" dt="2022-04-08T12:33:44.715" v="85" actId="1076"/>
          <ac:picMkLst>
            <pc:docMk/>
            <pc:sldMk cId="3804997747" sldId="264"/>
            <ac:picMk id="7173" creationId="{989574AB-A2D0-BF4C-BD6F-994C0F003664}"/>
          </ac:picMkLst>
        </pc:picChg>
        <pc:picChg chg="mod">
          <ac:chgData name="Tong ZHOU" userId="S::lczhoutong@ust.hk::87cffab1-5c12-4ef9-b76c-5aed18ea936e" providerId="AD" clId="Web-{080E2A88-5430-0E92-1E07-C8CB6A52ED62}" dt="2022-04-08T12:33:45.949" v="86" actId="1076"/>
          <ac:picMkLst>
            <pc:docMk/>
            <pc:sldMk cId="3804997747" sldId="264"/>
            <ac:picMk id="7175" creationId="{0EF319AA-72A4-8243-AF9A-E4009867EE6B}"/>
          </ac:picMkLst>
        </pc:picChg>
        <pc:picChg chg="mod">
          <ac:chgData name="Tong ZHOU" userId="S::lczhoutong@ust.hk::87cffab1-5c12-4ef9-b76c-5aed18ea936e" providerId="AD" clId="Web-{080E2A88-5430-0E92-1E07-C8CB6A52ED62}" dt="2022-04-08T12:33:47.090" v="87" actId="1076"/>
          <ac:picMkLst>
            <pc:docMk/>
            <pc:sldMk cId="3804997747" sldId="264"/>
            <ac:picMk id="7177" creationId="{7C9E5E9F-5AFC-DD47-A0CF-D7B75C06908A}"/>
          </ac:picMkLst>
        </pc:picChg>
        <pc:picChg chg="mod">
          <ac:chgData name="Tong ZHOU" userId="S::lczhoutong@ust.hk::87cffab1-5c12-4ef9-b76c-5aed18ea936e" providerId="AD" clId="Web-{080E2A88-5430-0E92-1E07-C8CB6A52ED62}" dt="2022-04-08T12:33:48.340" v="88" actId="1076"/>
          <ac:picMkLst>
            <pc:docMk/>
            <pc:sldMk cId="3804997747" sldId="264"/>
            <ac:picMk id="7179" creationId="{5998C370-DB0D-7D44-9457-E084E7B31DA2}"/>
          </ac:picMkLst>
        </pc:picChg>
        <pc:picChg chg="mod">
          <ac:chgData name="Tong ZHOU" userId="S::lczhoutong@ust.hk::87cffab1-5c12-4ef9-b76c-5aed18ea936e" providerId="AD" clId="Web-{080E2A88-5430-0E92-1E07-C8CB6A52ED62}" dt="2022-04-08T12:33:49.668" v="89" actId="1076"/>
          <ac:picMkLst>
            <pc:docMk/>
            <pc:sldMk cId="3804997747" sldId="264"/>
            <ac:picMk id="7181" creationId="{1373C8E9-A138-3E4C-8FCE-B0EA470F7370}"/>
          </ac:picMkLst>
        </pc:picChg>
      </pc:sldChg>
      <pc:sldChg chg="modSp">
        <pc:chgData name="Tong ZHOU" userId="S::lczhoutong@ust.hk::87cffab1-5c12-4ef9-b76c-5aed18ea936e" providerId="AD" clId="Web-{080E2A88-5430-0E92-1E07-C8CB6A52ED62}" dt="2022-04-08T12:37:51.534" v="91" actId="20577"/>
        <pc:sldMkLst>
          <pc:docMk/>
          <pc:sldMk cId="2010349058" sldId="266"/>
        </pc:sldMkLst>
        <pc:spChg chg="mod">
          <ac:chgData name="Tong ZHOU" userId="S::lczhoutong@ust.hk::87cffab1-5c12-4ef9-b76c-5aed18ea936e" providerId="AD" clId="Web-{080E2A88-5430-0E92-1E07-C8CB6A52ED62}" dt="2022-04-08T12:37:51.534" v="91" actId="20577"/>
          <ac:spMkLst>
            <pc:docMk/>
            <pc:sldMk cId="2010349058" sldId="266"/>
            <ac:spMk id="4" creationId="{00000000-0000-0000-0000-000000000000}"/>
          </ac:spMkLst>
        </pc:spChg>
      </pc:sldChg>
    </pc:docChg>
  </pc:docChgLst>
  <pc:docChgLst>
    <pc:chgData name="Tong ZHOU" userId="S::lczhoutong@ust.hk::87cffab1-5c12-4ef9-b76c-5aed18ea936e" providerId="AD" clId="Web-{0AD31068-2431-0188-3DAE-02B1FFABF136}"/>
    <pc:docChg chg="modSld">
      <pc:chgData name="Tong ZHOU" userId="S::lczhoutong@ust.hk::87cffab1-5c12-4ef9-b76c-5aed18ea936e" providerId="AD" clId="Web-{0AD31068-2431-0188-3DAE-02B1FFABF136}" dt="2022-06-06T03:40:54.563" v="75" actId="20577"/>
      <pc:docMkLst>
        <pc:docMk/>
      </pc:docMkLst>
      <pc:sldChg chg="modSp">
        <pc:chgData name="Tong ZHOU" userId="S::lczhoutong@ust.hk::87cffab1-5c12-4ef9-b76c-5aed18ea936e" providerId="AD" clId="Web-{0AD31068-2431-0188-3DAE-02B1FFABF136}" dt="2022-06-06T03:32:42.052" v="5" actId="20577"/>
        <pc:sldMkLst>
          <pc:docMk/>
          <pc:sldMk cId="772193529" sldId="257"/>
        </pc:sldMkLst>
        <pc:spChg chg="mod">
          <ac:chgData name="Tong ZHOU" userId="S::lczhoutong@ust.hk::87cffab1-5c12-4ef9-b76c-5aed18ea936e" providerId="AD" clId="Web-{0AD31068-2431-0188-3DAE-02B1FFABF136}" dt="2022-06-06T03:32:42.052" v="5" actId="20577"/>
          <ac:spMkLst>
            <pc:docMk/>
            <pc:sldMk cId="772193529" sldId="257"/>
            <ac:spMk id="4" creationId="{00000000-0000-0000-0000-000000000000}"/>
          </ac:spMkLst>
        </pc:spChg>
      </pc:sldChg>
      <pc:sldChg chg="modSp">
        <pc:chgData name="Tong ZHOU" userId="S::lczhoutong@ust.hk::87cffab1-5c12-4ef9-b76c-5aed18ea936e" providerId="AD" clId="Web-{0AD31068-2431-0188-3DAE-02B1FFABF136}" dt="2022-06-06T03:39:32.043" v="72" actId="20577"/>
        <pc:sldMkLst>
          <pc:docMk/>
          <pc:sldMk cId="1512213599" sldId="258"/>
        </pc:sldMkLst>
        <pc:spChg chg="mod">
          <ac:chgData name="Tong ZHOU" userId="S::lczhoutong@ust.hk::87cffab1-5c12-4ef9-b76c-5aed18ea936e" providerId="AD" clId="Web-{0AD31068-2431-0188-3DAE-02B1FFABF136}" dt="2022-06-06T03:39:32.043" v="72" actId="20577"/>
          <ac:spMkLst>
            <pc:docMk/>
            <pc:sldMk cId="1512213599" sldId="258"/>
            <ac:spMk id="4" creationId="{00000000-0000-0000-0000-000000000000}"/>
          </ac:spMkLst>
        </pc:spChg>
      </pc:sldChg>
      <pc:sldChg chg="delSp modSp">
        <pc:chgData name="Tong ZHOU" userId="S::lczhoutong@ust.hk::87cffab1-5c12-4ef9-b76c-5aed18ea936e" providerId="AD" clId="Web-{0AD31068-2431-0188-3DAE-02B1FFABF136}" dt="2022-06-06T03:38:56.900" v="63" actId="20577"/>
        <pc:sldMkLst>
          <pc:docMk/>
          <pc:sldMk cId="1546276059" sldId="259"/>
        </pc:sldMkLst>
        <pc:spChg chg="del mod">
          <ac:chgData name="Tong ZHOU" userId="S::lczhoutong@ust.hk::87cffab1-5c12-4ef9-b76c-5aed18ea936e" providerId="AD" clId="Web-{0AD31068-2431-0188-3DAE-02B1FFABF136}" dt="2022-06-06T03:36:21.142" v="27"/>
          <ac:spMkLst>
            <pc:docMk/>
            <pc:sldMk cId="1546276059" sldId="259"/>
            <ac:spMk id="2" creationId="{90BB2B6D-61BD-514D-980F-AA9BFC6FC415}"/>
          </ac:spMkLst>
        </pc:spChg>
        <pc:spChg chg="mod">
          <ac:chgData name="Tong ZHOU" userId="S::lczhoutong@ust.hk::87cffab1-5c12-4ef9-b76c-5aed18ea936e" providerId="AD" clId="Web-{0AD31068-2431-0188-3DAE-02B1FFABF136}" dt="2022-06-06T03:38:56.900" v="63" actId="20577"/>
          <ac:spMkLst>
            <pc:docMk/>
            <pc:sldMk cId="1546276059" sldId="259"/>
            <ac:spMk id="4" creationId="{00000000-0000-0000-0000-000000000000}"/>
          </ac:spMkLst>
        </pc:spChg>
      </pc:sldChg>
      <pc:sldChg chg="modSp">
        <pc:chgData name="Tong ZHOU" userId="S::lczhoutong@ust.hk::87cffab1-5c12-4ef9-b76c-5aed18ea936e" providerId="AD" clId="Web-{0AD31068-2431-0188-3DAE-02B1FFABF136}" dt="2022-06-06T03:40:54.563" v="75" actId="20577"/>
        <pc:sldMkLst>
          <pc:docMk/>
          <pc:sldMk cId="3860627995" sldId="261"/>
        </pc:sldMkLst>
        <pc:spChg chg="mod">
          <ac:chgData name="Tong ZHOU" userId="S::lczhoutong@ust.hk::87cffab1-5c12-4ef9-b76c-5aed18ea936e" providerId="AD" clId="Web-{0AD31068-2431-0188-3DAE-02B1FFABF136}" dt="2022-06-06T03:40:54.563" v="75" actId="20577"/>
          <ac:spMkLst>
            <pc:docMk/>
            <pc:sldMk cId="3860627995" sldId="261"/>
            <ac:spMk id="4" creationId="{00000000-0000-0000-0000-000000000000}"/>
          </ac:spMkLst>
        </pc:spChg>
      </pc:sldChg>
      <pc:sldChg chg="modSp">
        <pc:chgData name="Tong ZHOU" userId="S::lczhoutong@ust.hk::87cffab1-5c12-4ef9-b76c-5aed18ea936e" providerId="AD" clId="Web-{0AD31068-2431-0188-3DAE-02B1FFABF136}" dt="2022-06-06T03:38:35.133" v="55" actId="14100"/>
        <pc:sldMkLst>
          <pc:docMk/>
          <pc:sldMk cId="3857699045" sldId="262"/>
        </pc:sldMkLst>
        <pc:spChg chg="mod">
          <ac:chgData name="Tong ZHOU" userId="S::lczhoutong@ust.hk::87cffab1-5c12-4ef9-b76c-5aed18ea936e" providerId="AD" clId="Web-{0AD31068-2431-0188-3DAE-02B1FFABF136}" dt="2022-06-06T03:38:35.133" v="55" actId="14100"/>
          <ac:spMkLst>
            <pc:docMk/>
            <pc:sldMk cId="3857699045" sldId="262"/>
            <ac:spMk id="10" creationId="{F92B2154-6070-2F4B-8BB4-65AEF55C1CCB}"/>
          </ac:spMkLst>
        </pc:spChg>
      </pc:sldChg>
    </pc:docChg>
  </pc:docChgLst>
  <pc:docChgLst>
    <pc:chgData name="HU Zhikai" userId="S::zhuar_connect.ust.hk#ext#@gohkust.onmicrosoft.com::4189f038-819e-4634-a91a-2d12fc2d316f" providerId="AD" clId="Web-{3BE240A3-8CF8-5C29-3FFC-66BDCDE28824}"/>
    <pc:docChg chg="modSld">
      <pc:chgData name="HU Zhikai" userId="S::zhuar_connect.ust.hk#ext#@gohkust.onmicrosoft.com::4189f038-819e-4634-a91a-2d12fc2d316f" providerId="AD" clId="Web-{3BE240A3-8CF8-5C29-3FFC-66BDCDE28824}" dt="2022-06-03T09:17:09.577" v="5" actId="14100"/>
      <pc:docMkLst>
        <pc:docMk/>
      </pc:docMkLst>
      <pc:sldChg chg="modSp">
        <pc:chgData name="HU Zhikai" userId="S::zhuar_connect.ust.hk#ext#@gohkust.onmicrosoft.com::4189f038-819e-4634-a91a-2d12fc2d316f" providerId="AD" clId="Web-{3BE240A3-8CF8-5C29-3FFC-66BDCDE28824}" dt="2022-06-03T09:17:09.577" v="5" actId="14100"/>
        <pc:sldMkLst>
          <pc:docMk/>
          <pc:sldMk cId="1927407744" sldId="267"/>
        </pc:sldMkLst>
        <pc:spChg chg="mod">
          <ac:chgData name="HU Zhikai" userId="S::zhuar_connect.ust.hk#ext#@gohkust.onmicrosoft.com::4189f038-819e-4634-a91a-2d12fc2d316f" providerId="AD" clId="Web-{3BE240A3-8CF8-5C29-3FFC-66BDCDE28824}" dt="2022-06-03T09:17:09.577" v="5" actId="14100"/>
          <ac:spMkLst>
            <pc:docMk/>
            <pc:sldMk cId="1927407744" sldId="267"/>
            <ac:spMk id="4" creationId="{50085333-0915-463D-A98E-553EE28079FF}"/>
          </ac:spMkLst>
        </pc:spChg>
      </pc:sldChg>
    </pc:docChg>
  </pc:docChgLst>
  <pc:docChgLst>
    <pc:chgData name="Guest User" userId="S::urn:spo:anon#fe5b8cb3964ca0fa1720a43b52db92882a961297cf67fe1d08d6553ad1a5532e::" providerId="AD" clId="Web-{C62E310C-BE43-6C16-561F-4345BE33C7F7}"/>
    <pc:docChg chg="modSld">
      <pc:chgData name="Guest User" userId="S::urn:spo:anon#fe5b8cb3964ca0fa1720a43b52db92882a961297cf67fe1d08d6553ad1a5532e::" providerId="AD" clId="Web-{C62E310C-BE43-6C16-561F-4345BE33C7F7}" dt="2022-04-08T12:00:04.040" v="1" actId="20577"/>
      <pc:docMkLst>
        <pc:docMk/>
      </pc:docMkLst>
      <pc:sldChg chg="modSp">
        <pc:chgData name="Guest User" userId="S::urn:spo:anon#fe5b8cb3964ca0fa1720a43b52db92882a961297cf67fe1d08d6553ad1a5532e::" providerId="AD" clId="Web-{C62E310C-BE43-6C16-561F-4345BE33C7F7}" dt="2022-04-08T12:00:04.040" v="1" actId="20577"/>
        <pc:sldMkLst>
          <pc:docMk/>
          <pc:sldMk cId="772193529" sldId="257"/>
        </pc:sldMkLst>
        <pc:spChg chg="mod">
          <ac:chgData name="Guest User" userId="S::urn:spo:anon#fe5b8cb3964ca0fa1720a43b52db92882a961297cf67fe1d08d6553ad1a5532e::" providerId="AD" clId="Web-{C62E310C-BE43-6C16-561F-4345BE33C7F7}" dt="2022-04-08T12:00:04.040" v="1" actId="20577"/>
          <ac:spMkLst>
            <pc:docMk/>
            <pc:sldMk cId="772193529" sldId="257"/>
            <ac:spMk id="4" creationId="{00000000-0000-0000-0000-000000000000}"/>
          </ac:spMkLst>
        </pc:spChg>
      </pc:sldChg>
    </pc:docChg>
  </pc:docChgLst>
  <pc:docChgLst>
    <pc:chgData name="Tong ZHOU" userId="S::lczhoutong@ust.hk::87cffab1-5c12-4ef9-b76c-5aed18ea936e" providerId="AD" clId="Web-{57C43038-86D1-3424-C2C2-900631D7D539}"/>
    <pc:docChg chg="modSld">
      <pc:chgData name="Tong ZHOU" userId="S::lczhoutong@ust.hk::87cffab1-5c12-4ef9-b76c-5aed18ea936e" providerId="AD" clId="Web-{57C43038-86D1-3424-C2C2-900631D7D539}" dt="2022-04-08T12:25:02.800" v="33"/>
      <pc:docMkLst>
        <pc:docMk/>
      </pc:docMkLst>
      <pc:sldChg chg="addSp modSp">
        <pc:chgData name="Tong ZHOU" userId="S::lczhoutong@ust.hk::87cffab1-5c12-4ef9-b76c-5aed18ea936e" providerId="AD" clId="Web-{57C43038-86D1-3424-C2C2-900631D7D539}" dt="2022-04-08T12:25:02.800" v="33"/>
        <pc:sldMkLst>
          <pc:docMk/>
          <pc:sldMk cId="1512213599" sldId="258"/>
        </pc:sldMkLst>
        <pc:spChg chg="add">
          <ac:chgData name="Tong ZHOU" userId="S::lczhoutong@ust.hk::87cffab1-5c12-4ef9-b76c-5aed18ea936e" providerId="AD" clId="Web-{57C43038-86D1-3424-C2C2-900631D7D539}" dt="2022-04-08T12:24:34.612" v="30"/>
          <ac:spMkLst>
            <pc:docMk/>
            <pc:sldMk cId="1512213599" sldId="258"/>
            <ac:spMk id="3" creationId="{A6363936-C563-7444-5270-9950F627D51A}"/>
          </ac:spMkLst>
        </pc:spChg>
        <pc:spChg chg="mod">
          <ac:chgData name="Tong ZHOU" userId="S::lczhoutong@ust.hk::87cffab1-5c12-4ef9-b76c-5aed18ea936e" providerId="AD" clId="Web-{57C43038-86D1-3424-C2C2-900631D7D539}" dt="2022-04-08T12:24:07.955" v="28" actId="20577"/>
          <ac:spMkLst>
            <pc:docMk/>
            <pc:sldMk cId="1512213599" sldId="258"/>
            <ac:spMk id="4" creationId="{00000000-0000-0000-0000-000000000000}"/>
          </ac:spMkLst>
        </pc:spChg>
        <pc:graphicFrameChg chg="add mod modGraphic">
          <ac:chgData name="Tong ZHOU" userId="S::lczhoutong@ust.hk::87cffab1-5c12-4ef9-b76c-5aed18ea936e" providerId="AD" clId="Web-{57C43038-86D1-3424-C2C2-900631D7D539}" dt="2022-04-08T12:25:02.800" v="33"/>
          <ac:graphicFrameMkLst>
            <pc:docMk/>
            <pc:sldMk cId="1512213599" sldId="258"/>
            <ac:graphicFrameMk id="2" creationId="{2237F47E-1691-B09F-91C2-0553570F2F40}"/>
          </ac:graphicFrameMkLst>
        </pc:graphicFrameChg>
      </pc:sldChg>
    </pc:docChg>
  </pc:docChgLst>
  <pc:docChgLst>
    <pc:chgData name="Xin LIANG" userId="S::lcsheila@ust.hk::7225eae5-3bf1-46ee-8664-d0d15d26c20c" providerId="AD" clId="Web-{82B92749-D070-16C3-05BC-5A66AA049CD1}"/>
    <pc:docChg chg="modSld">
      <pc:chgData name="Xin LIANG" userId="S::lcsheila@ust.hk::7225eae5-3bf1-46ee-8664-d0d15d26c20c" providerId="AD" clId="Web-{82B92749-D070-16C3-05BC-5A66AA049CD1}" dt="2022-06-14T04:47:17.837" v="2"/>
      <pc:docMkLst>
        <pc:docMk/>
      </pc:docMkLst>
      <pc:sldChg chg="modNotes">
        <pc:chgData name="Xin LIANG" userId="S::lcsheila@ust.hk::7225eae5-3bf1-46ee-8664-d0d15d26c20c" providerId="AD" clId="Web-{82B92749-D070-16C3-05BC-5A66AA049CD1}" dt="2022-06-14T04:47:17.837" v="2"/>
        <pc:sldMkLst>
          <pc:docMk/>
          <pc:sldMk cId="3899149527" sldId="273"/>
        </pc:sldMkLst>
      </pc:sldChg>
    </pc:docChg>
  </pc:docChgLst>
  <pc:docChgLst>
    <pc:chgData name="Guest User" userId="S::urn:spo:anon#fe5b8cb3964ca0fa1720a43b52db92882a961297cf67fe1d08d6553ad1a5532e::" providerId="AD" clId="Web-{62C4D775-899F-FD21-F33A-02F470BD9F2A}"/>
    <pc:docChg chg="modSld">
      <pc:chgData name="Guest User" userId="S::urn:spo:anon#fe5b8cb3964ca0fa1720a43b52db92882a961297cf67fe1d08d6553ad1a5532e::" providerId="AD" clId="Web-{62C4D775-899F-FD21-F33A-02F470BD9F2A}" dt="2022-06-13T14:11:24.595" v="8"/>
      <pc:docMkLst>
        <pc:docMk/>
      </pc:docMkLst>
      <pc:sldChg chg="modSp">
        <pc:chgData name="Guest User" userId="S::urn:spo:anon#fe5b8cb3964ca0fa1720a43b52db92882a961297cf67fe1d08d6553ad1a5532e::" providerId="AD" clId="Web-{62C4D775-899F-FD21-F33A-02F470BD9F2A}" dt="2022-06-13T14:10:21.531" v="0" actId="20577"/>
        <pc:sldMkLst>
          <pc:docMk/>
          <pc:sldMk cId="772193529" sldId="257"/>
        </pc:sldMkLst>
        <pc:spChg chg="mod">
          <ac:chgData name="Guest User" userId="S::urn:spo:anon#fe5b8cb3964ca0fa1720a43b52db92882a961297cf67fe1d08d6553ad1a5532e::" providerId="AD" clId="Web-{62C4D775-899F-FD21-F33A-02F470BD9F2A}" dt="2022-06-13T14:10:21.531" v="0" actId="20577"/>
          <ac:spMkLst>
            <pc:docMk/>
            <pc:sldMk cId="772193529" sldId="257"/>
            <ac:spMk id="4" creationId="{00000000-0000-0000-0000-000000000000}"/>
          </ac:spMkLst>
        </pc:spChg>
      </pc:sldChg>
      <pc:sldChg chg="modNotes">
        <pc:chgData name="Guest User" userId="S::urn:spo:anon#fe5b8cb3964ca0fa1720a43b52db92882a961297cf67fe1d08d6553ad1a5532e::" providerId="AD" clId="Web-{62C4D775-899F-FD21-F33A-02F470BD9F2A}" dt="2022-06-13T14:11:09.782" v="3"/>
        <pc:sldMkLst>
          <pc:docMk/>
          <pc:sldMk cId="1512213599" sldId="258"/>
        </pc:sldMkLst>
      </pc:sldChg>
      <pc:sldChg chg="modNotes">
        <pc:chgData name="Guest User" userId="S::urn:spo:anon#fe5b8cb3964ca0fa1720a43b52db92882a961297cf67fe1d08d6553ad1a5532e::" providerId="AD" clId="Web-{62C4D775-899F-FD21-F33A-02F470BD9F2A}" dt="2022-06-13T14:11:24.595" v="8"/>
        <pc:sldMkLst>
          <pc:docMk/>
          <pc:sldMk cId="1546276059" sldId="259"/>
        </pc:sldMkLst>
      </pc:sldChg>
    </pc:docChg>
  </pc:docChgLst>
  <pc:docChgLst>
    <pc:chgData name="Guest User" userId="S::urn:spo:anon#fe5b8cb3964ca0fa1720a43b52db92882a961297cf67fe1d08d6553ad1a5532e::" providerId="AD" clId="Web-{A43759FE-2105-AC03-311A-AF6946221C49}"/>
    <pc:docChg chg="modSld">
      <pc:chgData name="Guest User" userId="S::urn:spo:anon#fe5b8cb3964ca0fa1720a43b52db92882a961297cf67fe1d08d6553ad1a5532e::" providerId="AD" clId="Web-{A43759FE-2105-AC03-311A-AF6946221C49}" dt="2022-04-08T15:59:34.027" v="331" actId="20577"/>
      <pc:docMkLst>
        <pc:docMk/>
      </pc:docMkLst>
      <pc:sldChg chg="delSp modSp">
        <pc:chgData name="Guest User" userId="S::urn:spo:anon#fe5b8cb3964ca0fa1720a43b52db92882a961297cf67fe1d08d6553ad1a5532e::" providerId="AD" clId="Web-{A43759FE-2105-AC03-311A-AF6946221C49}" dt="2022-04-08T14:57:03.324" v="231" actId="20577"/>
        <pc:sldMkLst>
          <pc:docMk/>
          <pc:sldMk cId="1512213599" sldId="258"/>
        </pc:sldMkLst>
        <pc:spChg chg="del">
          <ac:chgData name="Guest User" userId="S::urn:spo:anon#fe5b8cb3964ca0fa1720a43b52db92882a961297cf67fe1d08d6553ad1a5532e::" providerId="AD" clId="Web-{A43759FE-2105-AC03-311A-AF6946221C49}" dt="2022-04-08T12:27:59.319" v="4"/>
          <ac:spMkLst>
            <pc:docMk/>
            <pc:sldMk cId="1512213599" sldId="258"/>
            <ac:spMk id="3" creationId="{A6363936-C563-7444-5270-9950F627D51A}"/>
          </ac:spMkLst>
        </pc:spChg>
        <pc:spChg chg="mod">
          <ac:chgData name="Guest User" userId="S::urn:spo:anon#fe5b8cb3964ca0fa1720a43b52db92882a961297cf67fe1d08d6553ad1a5532e::" providerId="AD" clId="Web-{A43759FE-2105-AC03-311A-AF6946221C49}" dt="2022-04-08T14:57:03.324" v="231" actId="20577"/>
          <ac:spMkLst>
            <pc:docMk/>
            <pc:sldMk cId="1512213599" sldId="258"/>
            <ac:spMk id="4" creationId="{00000000-0000-0000-0000-000000000000}"/>
          </ac:spMkLst>
        </pc:spChg>
        <pc:graphicFrameChg chg="del mod">
          <ac:chgData name="Guest User" userId="S::urn:spo:anon#fe5b8cb3964ca0fa1720a43b52db92882a961297cf67fe1d08d6553ad1a5532e::" providerId="AD" clId="Web-{A43759FE-2105-AC03-311A-AF6946221C49}" dt="2022-04-08T12:27:41.802" v="3"/>
          <ac:graphicFrameMkLst>
            <pc:docMk/>
            <pc:sldMk cId="1512213599" sldId="258"/>
            <ac:graphicFrameMk id="2" creationId="{2237F47E-1691-B09F-91C2-0553570F2F40}"/>
          </ac:graphicFrameMkLst>
        </pc:graphicFrameChg>
      </pc:sldChg>
      <pc:sldChg chg="modSp">
        <pc:chgData name="Guest User" userId="S::urn:spo:anon#fe5b8cb3964ca0fa1720a43b52db92882a961297cf67fe1d08d6553ad1a5532e::" providerId="AD" clId="Web-{A43759FE-2105-AC03-311A-AF6946221C49}" dt="2022-04-08T15:45:10.335" v="264" actId="20577"/>
        <pc:sldMkLst>
          <pc:docMk/>
          <pc:sldMk cId="1546276059" sldId="259"/>
        </pc:sldMkLst>
        <pc:spChg chg="mod">
          <ac:chgData name="Guest User" userId="S::urn:spo:anon#fe5b8cb3964ca0fa1720a43b52db92882a961297cf67fe1d08d6553ad1a5532e::" providerId="AD" clId="Web-{A43759FE-2105-AC03-311A-AF6946221C49}" dt="2022-04-08T15:45:10.335" v="264" actId="20577"/>
          <ac:spMkLst>
            <pc:docMk/>
            <pc:sldMk cId="1546276059" sldId="259"/>
            <ac:spMk id="4" creationId="{00000000-0000-0000-0000-000000000000}"/>
          </ac:spMkLst>
        </pc:spChg>
      </pc:sldChg>
      <pc:sldChg chg="addSp modSp">
        <pc:chgData name="Guest User" userId="S::urn:spo:anon#fe5b8cb3964ca0fa1720a43b52db92882a961297cf67fe1d08d6553ad1a5532e::" providerId="AD" clId="Web-{A43759FE-2105-AC03-311A-AF6946221C49}" dt="2022-04-08T15:57:58.978" v="304" actId="20577"/>
        <pc:sldMkLst>
          <pc:docMk/>
          <pc:sldMk cId="4256173137" sldId="260"/>
        </pc:sldMkLst>
        <pc:spChg chg="add mod">
          <ac:chgData name="Guest User" userId="S::urn:spo:anon#fe5b8cb3964ca0fa1720a43b52db92882a961297cf67fe1d08d6553ad1a5532e::" providerId="AD" clId="Web-{A43759FE-2105-AC03-311A-AF6946221C49}" dt="2022-04-08T15:49:16.168" v="302" actId="1076"/>
          <ac:spMkLst>
            <pc:docMk/>
            <pc:sldMk cId="4256173137" sldId="260"/>
            <ac:spMk id="3" creationId="{797A2BEA-F67B-F401-C5E4-367614B4DBD5}"/>
          </ac:spMkLst>
        </pc:spChg>
        <pc:spChg chg="mod">
          <ac:chgData name="Guest User" userId="S::urn:spo:anon#fe5b8cb3964ca0fa1720a43b52db92882a961297cf67fe1d08d6553ad1a5532e::" providerId="AD" clId="Web-{A43759FE-2105-AC03-311A-AF6946221C49}" dt="2022-04-08T15:57:58.978" v="304" actId="20577"/>
          <ac:spMkLst>
            <pc:docMk/>
            <pc:sldMk cId="4256173137" sldId="260"/>
            <ac:spMk id="4" creationId="{00000000-0000-0000-0000-000000000000}"/>
          </ac:spMkLst>
        </pc:spChg>
        <pc:picChg chg="add mod">
          <ac:chgData name="Guest User" userId="S::urn:spo:anon#fe5b8cb3964ca0fa1720a43b52db92882a961297cf67fe1d08d6553ad1a5532e::" providerId="AD" clId="Web-{A43759FE-2105-AC03-311A-AF6946221C49}" dt="2022-04-08T15:48:17.792" v="280" actId="1076"/>
          <ac:picMkLst>
            <pc:docMk/>
            <pc:sldMk cId="4256173137" sldId="260"/>
            <ac:picMk id="2" creationId="{08FAE40A-CF57-6570-F421-667EE10E5B9F}"/>
          </ac:picMkLst>
        </pc:picChg>
      </pc:sldChg>
      <pc:sldChg chg="modSp modNotes">
        <pc:chgData name="Guest User" userId="S::urn:spo:anon#fe5b8cb3964ca0fa1720a43b52db92882a961297cf67fe1d08d6553ad1a5532e::" providerId="AD" clId="Web-{A43759FE-2105-AC03-311A-AF6946221C49}" dt="2022-04-08T15:58:59.370" v="324"/>
        <pc:sldMkLst>
          <pc:docMk/>
          <pc:sldMk cId="3860627995" sldId="261"/>
        </pc:sldMkLst>
        <pc:spChg chg="mod">
          <ac:chgData name="Guest User" userId="S::urn:spo:anon#fe5b8cb3964ca0fa1720a43b52db92882a961297cf67fe1d08d6553ad1a5532e::" providerId="AD" clId="Web-{A43759FE-2105-AC03-311A-AF6946221C49}" dt="2022-04-08T15:46:14.617" v="267" actId="20577"/>
          <ac:spMkLst>
            <pc:docMk/>
            <pc:sldMk cId="3860627995" sldId="261"/>
            <ac:spMk id="4" creationId="{00000000-0000-0000-0000-000000000000}"/>
          </ac:spMkLst>
        </pc:spChg>
      </pc:sldChg>
      <pc:sldChg chg="modSp">
        <pc:chgData name="Guest User" userId="S::urn:spo:anon#fe5b8cb3964ca0fa1720a43b52db92882a961297cf67fe1d08d6553ad1a5532e::" providerId="AD" clId="Web-{A43759FE-2105-AC03-311A-AF6946221C49}" dt="2022-04-08T12:34:02.483" v="76"/>
        <pc:sldMkLst>
          <pc:docMk/>
          <pc:sldMk cId="3927371186" sldId="263"/>
        </pc:sldMkLst>
        <pc:graphicFrameChg chg="mod modGraphic">
          <ac:chgData name="Guest User" userId="S::urn:spo:anon#fe5b8cb3964ca0fa1720a43b52db92882a961297cf67fe1d08d6553ad1a5532e::" providerId="AD" clId="Web-{A43759FE-2105-AC03-311A-AF6946221C49}" dt="2022-04-08T12:34:02.483" v="76"/>
          <ac:graphicFrameMkLst>
            <pc:docMk/>
            <pc:sldMk cId="3927371186" sldId="263"/>
            <ac:graphicFrameMk id="2" creationId="{32F0F948-AA74-D14D-87DC-840BADB2C12A}"/>
          </ac:graphicFrameMkLst>
        </pc:graphicFrameChg>
      </pc:sldChg>
      <pc:sldChg chg="modSp">
        <pc:chgData name="Guest User" userId="S::urn:spo:anon#fe5b8cb3964ca0fa1720a43b52db92882a961297cf67fe1d08d6553ad1a5532e::" providerId="AD" clId="Web-{A43759FE-2105-AC03-311A-AF6946221C49}" dt="2022-04-08T12:36:33.065" v="127"/>
        <pc:sldMkLst>
          <pc:docMk/>
          <pc:sldMk cId="3804997747" sldId="264"/>
        </pc:sldMkLst>
        <pc:graphicFrameChg chg="mod modGraphic">
          <ac:chgData name="Guest User" userId="S::urn:spo:anon#fe5b8cb3964ca0fa1720a43b52db92882a961297cf67fe1d08d6553ad1a5532e::" providerId="AD" clId="Web-{A43759FE-2105-AC03-311A-AF6946221C49}" dt="2022-04-08T12:36:33.065" v="127"/>
          <ac:graphicFrameMkLst>
            <pc:docMk/>
            <pc:sldMk cId="3804997747" sldId="264"/>
            <ac:graphicFrameMk id="6" creationId="{B4F1F040-F83A-734F-8066-DC596BD791E7}"/>
          </ac:graphicFrameMkLst>
        </pc:graphicFrameChg>
        <pc:picChg chg="mod">
          <ac:chgData name="Guest User" userId="S::urn:spo:anon#fe5b8cb3964ca0fa1720a43b52db92882a961297cf67fe1d08d6553ad1a5532e::" providerId="AD" clId="Web-{A43759FE-2105-AC03-311A-AF6946221C49}" dt="2022-04-08T12:36:24.674" v="125" actId="1076"/>
          <ac:picMkLst>
            <pc:docMk/>
            <pc:sldMk cId="3804997747" sldId="264"/>
            <ac:picMk id="7171" creationId="{15655477-498D-9645-98CA-6E70332E5C3A}"/>
          </ac:picMkLst>
        </pc:picChg>
        <pc:picChg chg="mod">
          <ac:chgData name="Guest User" userId="S::urn:spo:anon#fe5b8cb3964ca0fa1720a43b52db92882a961297cf67fe1d08d6553ad1a5532e::" providerId="AD" clId="Web-{A43759FE-2105-AC03-311A-AF6946221C49}" dt="2022-04-08T12:36:19.314" v="122" actId="1076"/>
          <ac:picMkLst>
            <pc:docMk/>
            <pc:sldMk cId="3804997747" sldId="264"/>
            <ac:picMk id="7175" creationId="{0EF319AA-72A4-8243-AF9A-E4009867EE6B}"/>
          </ac:picMkLst>
        </pc:picChg>
        <pc:picChg chg="mod">
          <ac:chgData name="Guest User" userId="S::urn:spo:anon#fe5b8cb3964ca0fa1720a43b52db92882a961297cf67fe1d08d6553ad1a5532e::" providerId="AD" clId="Web-{A43759FE-2105-AC03-311A-AF6946221C49}" dt="2022-04-08T12:36:17.799" v="121" actId="1076"/>
          <ac:picMkLst>
            <pc:docMk/>
            <pc:sldMk cId="3804997747" sldId="264"/>
            <ac:picMk id="7179" creationId="{5998C370-DB0D-7D44-9457-E084E7B31DA2}"/>
          </ac:picMkLst>
        </pc:picChg>
      </pc:sldChg>
      <pc:sldChg chg="modSp">
        <pc:chgData name="Guest User" userId="S::urn:spo:anon#fe5b8cb3964ca0fa1720a43b52db92882a961297cf67fe1d08d6553ad1a5532e::" providerId="AD" clId="Web-{A43759FE-2105-AC03-311A-AF6946221C49}" dt="2022-04-08T15:59:14.370" v="330"/>
        <pc:sldMkLst>
          <pc:docMk/>
          <pc:sldMk cId="2572604148" sldId="265"/>
        </pc:sldMkLst>
        <pc:graphicFrameChg chg="mod modGraphic">
          <ac:chgData name="Guest User" userId="S::urn:spo:anon#fe5b8cb3964ca0fa1720a43b52db92882a961297cf67fe1d08d6553ad1a5532e::" providerId="AD" clId="Web-{A43759FE-2105-AC03-311A-AF6946221C49}" dt="2022-04-08T15:59:14.370" v="330"/>
          <ac:graphicFrameMkLst>
            <pc:docMk/>
            <pc:sldMk cId="2572604148" sldId="265"/>
            <ac:graphicFrameMk id="5" creationId="{0362801D-9BD5-6947-9DD0-C24B592B7B81}"/>
          </ac:graphicFrameMkLst>
        </pc:graphicFrameChg>
      </pc:sldChg>
      <pc:sldChg chg="modSp">
        <pc:chgData name="Guest User" userId="S::urn:spo:anon#fe5b8cb3964ca0fa1720a43b52db92882a961297cf67fe1d08d6553ad1a5532e::" providerId="AD" clId="Web-{A43759FE-2105-AC03-311A-AF6946221C49}" dt="2022-04-08T15:59:34.027" v="331" actId="20577"/>
        <pc:sldMkLst>
          <pc:docMk/>
          <pc:sldMk cId="2010349058" sldId="266"/>
        </pc:sldMkLst>
        <pc:spChg chg="mod">
          <ac:chgData name="Guest User" userId="S::urn:spo:anon#fe5b8cb3964ca0fa1720a43b52db92882a961297cf67fe1d08d6553ad1a5532e::" providerId="AD" clId="Web-{A43759FE-2105-AC03-311A-AF6946221C49}" dt="2022-04-08T15:59:34.027" v="331" actId="20577"/>
          <ac:spMkLst>
            <pc:docMk/>
            <pc:sldMk cId="2010349058" sldId="266"/>
            <ac:spMk id="4" creationId="{00000000-0000-0000-0000-000000000000}"/>
          </ac:spMkLst>
        </pc:spChg>
      </pc:sldChg>
    </pc:docChg>
  </pc:docChgLst>
  <pc:docChgLst>
    <pc:chgData name="Guest User" userId="S::urn:spo:anon#c4fd3b0c713a0432183656fc6168ebb028d678827d68d4980f6fb9e43ca7397a::" providerId="AD" clId="Web-{46C972D5-ADDA-B9EE-2293-FCC6EBD7E916}"/>
    <pc:docChg chg="modSld">
      <pc:chgData name="Guest User" userId="S::urn:spo:anon#c4fd3b0c713a0432183656fc6168ebb028d678827d68d4980f6fb9e43ca7397a::" providerId="AD" clId="Web-{46C972D5-ADDA-B9EE-2293-FCC6EBD7E916}" dt="2022-06-22T01:28:41.604" v="7"/>
      <pc:docMkLst>
        <pc:docMk/>
      </pc:docMkLst>
      <pc:sldChg chg="modNotes">
        <pc:chgData name="Guest User" userId="S::urn:spo:anon#c4fd3b0c713a0432183656fc6168ebb028d678827d68d4980f6fb9e43ca7397a::" providerId="AD" clId="Web-{46C972D5-ADDA-B9EE-2293-FCC6EBD7E916}" dt="2022-06-22T01:28:41.604" v="7"/>
        <pc:sldMkLst>
          <pc:docMk/>
          <pc:sldMk cId="1512213599" sldId="258"/>
        </pc:sldMkLst>
      </pc:sldChg>
    </pc:docChg>
  </pc:docChgLst>
  <pc:docChgLst>
    <pc:chgData name="Guest User" userId="S::urn:spo:anon#c4fd3b0c713a0432183656fc6168ebb028d678827d68d4980f6fb9e43ca7397a::" providerId="AD" clId="Web-{49991236-57CC-EA09-57E9-1D66913B741D}"/>
    <pc:docChg chg="modSld">
      <pc:chgData name="Guest User" userId="S::urn:spo:anon#c4fd3b0c713a0432183656fc6168ebb028d678827d68d4980f6fb9e43ca7397a::" providerId="AD" clId="Web-{49991236-57CC-EA09-57E9-1D66913B741D}" dt="2022-06-22T01:29:36.741" v="1"/>
      <pc:docMkLst>
        <pc:docMk/>
      </pc:docMkLst>
      <pc:sldChg chg="modNotes">
        <pc:chgData name="Guest User" userId="S::urn:spo:anon#c4fd3b0c713a0432183656fc6168ebb028d678827d68d4980f6fb9e43ca7397a::" providerId="AD" clId="Web-{49991236-57CC-EA09-57E9-1D66913B741D}" dt="2022-06-22T01:29:36.741" v="1"/>
        <pc:sldMkLst>
          <pc:docMk/>
          <pc:sldMk cId="1512213599" sldId="258"/>
        </pc:sldMkLst>
      </pc:sldChg>
    </pc:docChg>
  </pc:docChgLst>
  <pc:docChgLst>
    <pc:chgData name="Tong ZHOU" userId="S::lczhoutong@ust.hk::87cffab1-5c12-4ef9-b76c-5aed18ea936e" providerId="AD" clId="Web-{39EDBC39-BDAC-25E1-DE16-747AA7273026}"/>
    <pc:docChg chg="modSld sldOrd">
      <pc:chgData name="Tong ZHOU" userId="S::lczhoutong@ust.hk::87cffab1-5c12-4ef9-b76c-5aed18ea936e" providerId="AD" clId="Web-{39EDBC39-BDAC-25E1-DE16-747AA7273026}" dt="2022-06-14T04:46:46.782" v="993"/>
      <pc:docMkLst>
        <pc:docMk/>
      </pc:docMkLst>
      <pc:sldChg chg="modNotes">
        <pc:chgData name="Tong ZHOU" userId="S::lczhoutong@ust.hk::87cffab1-5c12-4ef9-b76c-5aed18ea936e" providerId="AD" clId="Web-{39EDBC39-BDAC-25E1-DE16-747AA7273026}" dt="2022-06-14T04:23:33.671" v="980"/>
        <pc:sldMkLst>
          <pc:docMk/>
          <pc:sldMk cId="1512213599" sldId="258"/>
        </pc:sldMkLst>
      </pc:sldChg>
      <pc:sldChg chg="modNotes">
        <pc:chgData name="Tong ZHOU" userId="S::lczhoutong@ust.hk::87cffab1-5c12-4ef9-b76c-5aed18ea936e" providerId="AD" clId="Web-{39EDBC39-BDAC-25E1-DE16-747AA7273026}" dt="2022-06-14T04:24:40.938" v="981"/>
        <pc:sldMkLst>
          <pc:docMk/>
          <pc:sldMk cId="1546276059" sldId="259"/>
        </pc:sldMkLst>
      </pc:sldChg>
      <pc:sldChg chg="modSp modNotes">
        <pc:chgData name="Tong ZHOU" userId="S::lczhoutong@ust.hk::87cffab1-5c12-4ef9-b76c-5aed18ea936e" providerId="AD" clId="Web-{39EDBC39-BDAC-25E1-DE16-747AA7273026}" dt="2022-06-14T04:25:01.329" v="985"/>
        <pc:sldMkLst>
          <pc:docMk/>
          <pc:sldMk cId="4256173137" sldId="260"/>
        </pc:sldMkLst>
        <pc:spChg chg="mod">
          <ac:chgData name="Tong ZHOU" userId="S::lczhoutong@ust.hk::87cffab1-5c12-4ef9-b76c-5aed18ea936e" providerId="AD" clId="Web-{39EDBC39-BDAC-25E1-DE16-747AA7273026}" dt="2022-06-14T04:08:34.906" v="117" actId="20577"/>
          <ac:spMkLst>
            <pc:docMk/>
            <pc:sldMk cId="4256173137" sldId="260"/>
            <ac:spMk id="4" creationId="{00000000-0000-0000-0000-000000000000}"/>
          </ac:spMkLst>
        </pc:spChg>
      </pc:sldChg>
      <pc:sldChg chg="addSp modSp ord modNotes">
        <pc:chgData name="Tong ZHOU" userId="S::lczhoutong@ust.hk::87cffab1-5c12-4ef9-b76c-5aed18ea936e" providerId="AD" clId="Web-{39EDBC39-BDAC-25E1-DE16-747AA7273026}" dt="2022-06-14T04:46:46.782" v="993"/>
        <pc:sldMkLst>
          <pc:docMk/>
          <pc:sldMk cId="3860627995" sldId="261"/>
        </pc:sldMkLst>
        <pc:spChg chg="mod">
          <ac:chgData name="Tong ZHOU" userId="S::lczhoutong@ust.hk::87cffab1-5c12-4ef9-b76c-5aed18ea936e" providerId="AD" clId="Web-{39EDBC39-BDAC-25E1-DE16-747AA7273026}" dt="2022-06-14T04:17:14.618" v="552" actId="20577"/>
          <ac:spMkLst>
            <pc:docMk/>
            <pc:sldMk cId="3860627995" sldId="261"/>
            <ac:spMk id="4" creationId="{00000000-0000-0000-0000-000000000000}"/>
          </ac:spMkLst>
        </pc:spChg>
        <pc:picChg chg="add mod">
          <ac:chgData name="Tong ZHOU" userId="S::lczhoutong@ust.hk::87cffab1-5c12-4ef9-b76c-5aed18ea936e" providerId="AD" clId="Web-{39EDBC39-BDAC-25E1-DE16-747AA7273026}" dt="2022-06-14T04:17:38.181" v="558" actId="1076"/>
          <ac:picMkLst>
            <pc:docMk/>
            <pc:sldMk cId="3860627995" sldId="261"/>
            <ac:picMk id="3" creationId="{54CACE9D-C385-4C62-B4E7-1F0AE839B277}"/>
          </ac:picMkLst>
        </pc:picChg>
      </pc:sldChg>
      <pc:sldChg chg="modNotes">
        <pc:chgData name="Tong ZHOU" userId="S::lczhoutong@ust.hk::87cffab1-5c12-4ef9-b76c-5aed18ea936e" providerId="AD" clId="Web-{39EDBC39-BDAC-25E1-DE16-747AA7273026}" dt="2022-06-14T04:03:11.807" v="114"/>
        <pc:sldMkLst>
          <pc:docMk/>
          <pc:sldMk cId="2925110766" sldId="271"/>
        </pc:sldMkLst>
      </pc:sldChg>
      <pc:sldChg chg="modSp modNotes">
        <pc:chgData name="Tong ZHOU" userId="S::lczhoutong@ust.hk::87cffab1-5c12-4ef9-b76c-5aed18ea936e" providerId="AD" clId="Web-{39EDBC39-BDAC-25E1-DE16-747AA7273026}" dt="2022-06-14T04:22:20.639" v="954"/>
        <pc:sldMkLst>
          <pc:docMk/>
          <pc:sldMk cId="3899149527" sldId="273"/>
        </pc:sldMkLst>
        <pc:spChg chg="mod">
          <ac:chgData name="Tong ZHOU" userId="S::lczhoutong@ust.hk::87cffab1-5c12-4ef9-b76c-5aed18ea936e" providerId="AD" clId="Web-{39EDBC39-BDAC-25E1-DE16-747AA7273026}" dt="2022-06-14T04:20:38.387" v="763" actId="20577"/>
          <ac:spMkLst>
            <pc:docMk/>
            <pc:sldMk cId="3899149527" sldId="273"/>
            <ac:spMk id="4" creationId="{00000000-0000-0000-0000-000000000000}"/>
          </ac:spMkLst>
        </pc:spChg>
      </pc:sldChg>
    </pc:docChg>
  </pc:docChgLst>
  <pc:docChgLst>
    <pc:chgData name="Tong ZHOU" userId="S::lczhoutong@ust.hk::87cffab1-5c12-4ef9-b76c-5aed18ea936e" providerId="AD" clId="Web-{C4F32EAE-B388-A405-1A00-AFFDDCFBF9FD}"/>
    <pc:docChg chg="modSld">
      <pc:chgData name="Tong ZHOU" userId="S::lczhoutong@ust.hk::87cffab1-5c12-4ef9-b76c-5aed18ea936e" providerId="AD" clId="Web-{C4F32EAE-B388-A405-1A00-AFFDDCFBF9FD}" dt="2022-06-10T05:47:18.777" v="0" actId="20577"/>
      <pc:docMkLst>
        <pc:docMk/>
      </pc:docMkLst>
      <pc:sldChg chg="modSp">
        <pc:chgData name="Tong ZHOU" userId="S::lczhoutong@ust.hk::87cffab1-5c12-4ef9-b76c-5aed18ea936e" providerId="AD" clId="Web-{C4F32EAE-B388-A405-1A00-AFFDDCFBF9FD}" dt="2022-06-10T05:47:18.777" v="0" actId="20577"/>
        <pc:sldMkLst>
          <pc:docMk/>
          <pc:sldMk cId="772193529" sldId="257"/>
        </pc:sldMkLst>
        <pc:spChg chg="mod">
          <ac:chgData name="Tong ZHOU" userId="S::lczhoutong@ust.hk::87cffab1-5c12-4ef9-b76c-5aed18ea936e" providerId="AD" clId="Web-{C4F32EAE-B388-A405-1A00-AFFDDCFBF9FD}" dt="2022-06-10T05:47:18.777" v="0" actId="20577"/>
          <ac:spMkLst>
            <pc:docMk/>
            <pc:sldMk cId="772193529" sldId="257"/>
            <ac:spMk id="4" creationId="{00000000-0000-0000-0000-000000000000}"/>
          </ac:spMkLst>
        </pc:spChg>
      </pc:sldChg>
    </pc:docChg>
  </pc:docChgLst>
  <pc:docChgLst>
    <pc:chgData name="Xin LIANG" userId="S::lcsheila@ust.hk::7225eae5-3bf1-46ee-8664-d0d15d26c20c" providerId="AD" clId="Web-{57996545-16C3-96A7-264E-BF6CA06C34E4}"/>
    <pc:docChg chg="addSld modSld">
      <pc:chgData name="Xin LIANG" userId="S::lcsheila@ust.hk::7225eae5-3bf1-46ee-8664-d0d15d26c20c" providerId="AD" clId="Web-{57996545-16C3-96A7-264E-BF6CA06C34E4}" dt="2022-06-14T04:15:13.959" v="35" actId="20577"/>
      <pc:docMkLst>
        <pc:docMk/>
      </pc:docMkLst>
      <pc:sldChg chg="modSp">
        <pc:chgData name="Xin LIANG" userId="S::lcsheila@ust.hk::7225eae5-3bf1-46ee-8664-d0d15d26c20c" providerId="AD" clId="Web-{57996545-16C3-96A7-264E-BF6CA06C34E4}" dt="2022-06-14T04:15:13.959" v="35" actId="20577"/>
        <pc:sldMkLst>
          <pc:docMk/>
          <pc:sldMk cId="1546276059" sldId="259"/>
        </pc:sldMkLst>
        <pc:spChg chg="mod">
          <ac:chgData name="Xin LIANG" userId="S::lcsheila@ust.hk::7225eae5-3bf1-46ee-8664-d0d15d26c20c" providerId="AD" clId="Web-{57996545-16C3-96A7-264E-BF6CA06C34E4}" dt="2022-06-14T04:15:13.959" v="35" actId="20577"/>
          <ac:spMkLst>
            <pc:docMk/>
            <pc:sldMk cId="1546276059" sldId="259"/>
            <ac:spMk id="4" creationId="{00000000-0000-0000-0000-000000000000}"/>
          </ac:spMkLst>
        </pc:spChg>
      </pc:sldChg>
      <pc:sldChg chg="modSp add replId">
        <pc:chgData name="Xin LIANG" userId="S::lcsheila@ust.hk::7225eae5-3bf1-46ee-8664-d0d15d26c20c" providerId="AD" clId="Web-{57996545-16C3-96A7-264E-BF6CA06C34E4}" dt="2022-06-14T04:12:18.861" v="1" actId="20577"/>
        <pc:sldMkLst>
          <pc:docMk/>
          <pc:sldMk cId="3899149527" sldId="273"/>
        </pc:sldMkLst>
        <pc:spChg chg="mod">
          <ac:chgData name="Xin LIANG" userId="S::lcsheila@ust.hk::7225eae5-3bf1-46ee-8664-d0d15d26c20c" providerId="AD" clId="Web-{57996545-16C3-96A7-264E-BF6CA06C34E4}" dt="2022-06-14T04:12:18.861" v="1" actId="20577"/>
          <ac:spMkLst>
            <pc:docMk/>
            <pc:sldMk cId="3899149527" sldId="273"/>
            <ac:spMk id="4" creationId="{00000000-0000-0000-0000-000000000000}"/>
          </ac:spMkLst>
        </pc:spChg>
      </pc:sldChg>
    </pc:docChg>
  </pc:docChgLst>
  <pc:docChgLst>
    <pc:chgData name="Guest User" userId="S::urn:spo:anon#c4fd3b0c713a0432183656fc6168ebb028d678827d68d4980f6fb9e43ca7397a::" providerId="AD" clId="Web-{CB1D1AB5-70AF-E199-65E4-2747C7CED99E}"/>
    <pc:docChg chg="modSld">
      <pc:chgData name="Guest User" userId="S::urn:spo:anon#c4fd3b0c713a0432183656fc6168ebb028d678827d68d4980f6fb9e43ca7397a::" providerId="AD" clId="Web-{CB1D1AB5-70AF-E199-65E4-2747C7CED99E}" dt="2022-06-22T04:35:58.683" v="170"/>
      <pc:docMkLst>
        <pc:docMk/>
      </pc:docMkLst>
      <pc:sldChg chg="modSp">
        <pc:chgData name="Guest User" userId="S::urn:spo:anon#c4fd3b0c713a0432183656fc6168ebb028d678827d68d4980f6fb9e43ca7397a::" providerId="AD" clId="Web-{CB1D1AB5-70AF-E199-65E4-2747C7CED99E}" dt="2022-06-22T04:34:02.601" v="153" actId="20577"/>
        <pc:sldMkLst>
          <pc:docMk/>
          <pc:sldMk cId="772193529" sldId="257"/>
        </pc:sldMkLst>
        <pc:spChg chg="mod">
          <ac:chgData name="Guest User" userId="S::urn:spo:anon#c4fd3b0c713a0432183656fc6168ebb028d678827d68d4980f6fb9e43ca7397a::" providerId="AD" clId="Web-{CB1D1AB5-70AF-E199-65E4-2747C7CED99E}" dt="2022-06-22T04:34:02.601" v="153" actId="20577"/>
          <ac:spMkLst>
            <pc:docMk/>
            <pc:sldMk cId="772193529" sldId="257"/>
            <ac:spMk id="4" creationId="{00000000-0000-0000-0000-000000000000}"/>
          </ac:spMkLst>
        </pc:spChg>
        <pc:spChg chg="mod">
          <ac:chgData name="Guest User" userId="S::urn:spo:anon#c4fd3b0c713a0432183656fc6168ebb028d678827d68d4980f6fb9e43ca7397a::" providerId="AD" clId="Web-{CB1D1AB5-70AF-E199-65E4-2747C7CED99E}" dt="2022-06-22T04:20:13.196" v="10" actId="20577"/>
          <ac:spMkLst>
            <pc:docMk/>
            <pc:sldMk cId="772193529" sldId="257"/>
            <ac:spMk id="5" creationId="{00000000-0000-0000-0000-000000000000}"/>
          </ac:spMkLst>
        </pc:spChg>
      </pc:sldChg>
      <pc:sldChg chg="modNotes">
        <pc:chgData name="Guest User" userId="S::urn:spo:anon#c4fd3b0c713a0432183656fc6168ebb028d678827d68d4980f6fb9e43ca7397a::" providerId="AD" clId="Web-{CB1D1AB5-70AF-E199-65E4-2747C7CED99E}" dt="2022-06-22T04:30:36.891" v="130"/>
        <pc:sldMkLst>
          <pc:docMk/>
          <pc:sldMk cId="1512213599" sldId="258"/>
        </pc:sldMkLst>
      </pc:sldChg>
      <pc:sldChg chg="modNotes">
        <pc:chgData name="Guest User" userId="S::urn:spo:anon#c4fd3b0c713a0432183656fc6168ebb028d678827d68d4980f6fb9e43ca7397a::" providerId="AD" clId="Web-{CB1D1AB5-70AF-E199-65E4-2747C7CED99E}" dt="2022-06-22T04:30:39.953" v="131"/>
        <pc:sldMkLst>
          <pc:docMk/>
          <pc:sldMk cId="1546276059" sldId="259"/>
        </pc:sldMkLst>
      </pc:sldChg>
      <pc:sldChg chg="modNotes">
        <pc:chgData name="Guest User" userId="S::urn:spo:anon#c4fd3b0c713a0432183656fc6168ebb028d678827d68d4980f6fb9e43ca7397a::" providerId="AD" clId="Web-{CB1D1AB5-70AF-E199-65E4-2747C7CED99E}" dt="2022-06-22T04:29:43.435" v="122"/>
        <pc:sldMkLst>
          <pc:docMk/>
          <pc:sldMk cId="3860627995" sldId="261"/>
        </pc:sldMkLst>
      </pc:sldChg>
      <pc:sldChg chg="modSp">
        <pc:chgData name="Guest User" userId="S::urn:spo:anon#c4fd3b0c713a0432183656fc6168ebb028d678827d68d4980f6fb9e43ca7397a::" providerId="AD" clId="Web-{CB1D1AB5-70AF-E199-65E4-2747C7CED99E}" dt="2022-06-22T04:31:21.923" v="133" actId="20577"/>
        <pc:sldMkLst>
          <pc:docMk/>
          <pc:sldMk cId="1927407744" sldId="267"/>
        </pc:sldMkLst>
        <pc:spChg chg="mod">
          <ac:chgData name="Guest User" userId="S::urn:spo:anon#c4fd3b0c713a0432183656fc6168ebb028d678827d68d4980f6fb9e43ca7397a::" providerId="AD" clId="Web-{CB1D1AB5-70AF-E199-65E4-2747C7CED99E}" dt="2022-06-22T04:31:21.923" v="133" actId="20577"/>
          <ac:spMkLst>
            <pc:docMk/>
            <pc:sldMk cId="1927407744" sldId="267"/>
            <ac:spMk id="3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CB1D1AB5-70AF-E199-65E4-2747C7CED99E}" dt="2022-06-22T04:34:37.790" v="165"/>
        <pc:sldMkLst>
          <pc:docMk/>
          <pc:sldMk cId="1463456991" sldId="268"/>
        </pc:sldMkLst>
        <pc:spChg chg="mod">
          <ac:chgData name="Guest User" userId="S::urn:spo:anon#c4fd3b0c713a0432183656fc6168ebb028d678827d68d4980f6fb9e43ca7397a::" providerId="AD" clId="Web-{CB1D1AB5-70AF-E199-65E4-2747C7CED99E}" dt="2022-06-22T04:34:18.867" v="159" actId="20577"/>
          <ac:spMkLst>
            <pc:docMk/>
            <pc:sldMk cId="1463456991" sldId="268"/>
            <ac:spMk id="10" creationId="{F92B2154-6070-2F4B-8BB4-65AEF55C1CCB}"/>
          </ac:spMkLst>
        </pc:spChg>
      </pc:sldChg>
      <pc:sldChg chg="modSp modNotes">
        <pc:chgData name="Guest User" userId="S::urn:spo:anon#c4fd3b0c713a0432183656fc6168ebb028d678827d68d4980f6fb9e43ca7397a::" providerId="AD" clId="Web-{CB1D1AB5-70AF-E199-65E4-2747C7CED99E}" dt="2022-06-22T04:28:59.856" v="115"/>
        <pc:sldMkLst>
          <pc:docMk/>
          <pc:sldMk cId="2925110766" sldId="271"/>
        </pc:sldMkLst>
        <pc:spChg chg="mod">
          <ac:chgData name="Guest User" userId="S::urn:spo:anon#c4fd3b0c713a0432183656fc6168ebb028d678827d68d4980f6fb9e43ca7397a::" providerId="AD" clId="Web-{CB1D1AB5-70AF-E199-65E4-2747C7CED99E}" dt="2022-06-22T04:28:33.980" v="96" actId="20577"/>
          <ac:spMkLst>
            <pc:docMk/>
            <pc:sldMk cId="2925110766" sldId="271"/>
            <ac:spMk id="27" creationId="{5584B954-7BCD-D84F-9D54-FC9169B23B99}"/>
          </ac:spMkLst>
        </pc:spChg>
      </pc:sldChg>
      <pc:sldChg chg="modSp modNotes">
        <pc:chgData name="Guest User" userId="S::urn:spo:anon#c4fd3b0c713a0432183656fc6168ebb028d678827d68d4980f6fb9e43ca7397a::" providerId="AD" clId="Web-{CB1D1AB5-70AF-E199-65E4-2747C7CED99E}" dt="2022-06-22T04:32:48.536" v="135"/>
        <pc:sldMkLst>
          <pc:docMk/>
          <pc:sldMk cId="50952295" sldId="272"/>
        </pc:sldMkLst>
        <pc:spChg chg="mod">
          <ac:chgData name="Guest User" userId="S::urn:spo:anon#c4fd3b0c713a0432183656fc6168ebb028d678827d68d4980f6fb9e43ca7397a::" providerId="AD" clId="Web-{CB1D1AB5-70AF-E199-65E4-2747C7CED99E}" dt="2022-06-22T04:20:23.650" v="12" actId="20577"/>
          <ac:spMkLst>
            <pc:docMk/>
            <pc:sldMk cId="50952295" sldId="272"/>
            <ac:spMk id="5" creationId="{00000000-0000-0000-0000-000000000000}"/>
          </ac:spMkLst>
        </pc:spChg>
      </pc:sldChg>
      <pc:sldChg chg="modNotes">
        <pc:chgData name="Guest User" userId="S::urn:spo:anon#c4fd3b0c713a0432183656fc6168ebb028d678827d68d4980f6fb9e43ca7397a::" providerId="AD" clId="Web-{CB1D1AB5-70AF-E199-65E4-2747C7CED99E}" dt="2022-06-22T04:35:58.683" v="170"/>
        <pc:sldMkLst>
          <pc:docMk/>
          <pc:sldMk cId="3899149527" sldId="273"/>
        </pc:sldMkLst>
      </pc:sldChg>
    </pc:docChg>
  </pc:docChgLst>
  <pc:docChgLst>
    <pc:chgData name="Tong ZHOU" userId="S::lczhoutong@ust.hk::87cffab1-5c12-4ef9-b76c-5aed18ea936e" providerId="AD" clId="Web-{C46B89AF-8F86-1559-406E-2CFD0CE643A4}"/>
    <pc:docChg chg="modSld">
      <pc:chgData name="Tong ZHOU" userId="S::lczhoutong@ust.hk::87cffab1-5c12-4ef9-b76c-5aed18ea936e" providerId="AD" clId="Web-{C46B89AF-8F86-1559-406E-2CFD0CE643A4}" dt="2022-06-10T03:54:21.515" v="32" actId="20577"/>
      <pc:docMkLst>
        <pc:docMk/>
      </pc:docMkLst>
      <pc:sldChg chg="modSp">
        <pc:chgData name="Tong ZHOU" userId="S::lczhoutong@ust.hk::87cffab1-5c12-4ef9-b76c-5aed18ea936e" providerId="AD" clId="Web-{C46B89AF-8F86-1559-406E-2CFD0CE643A4}" dt="2022-06-10T03:54:21.515" v="32" actId="20577"/>
        <pc:sldMkLst>
          <pc:docMk/>
          <pc:sldMk cId="772193529" sldId="257"/>
        </pc:sldMkLst>
        <pc:spChg chg="mod">
          <ac:chgData name="Tong ZHOU" userId="S::lczhoutong@ust.hk::87cffab1-5c12-4ef9-b76c-5aed18ea936e" providerId="AD" clId="Web-{C46B89AF-8F86-1559-406E-2CFD0CE643A4}" dt="2022-06-10T03:54:21.515" v="32" actId="20577"/>
          <ac:spMkLst>
            <pc:docMk/>
            <pc:sldMk cId="772193529" sldId="257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8315C-91ED-43AD-9811-E4B30F3A6104}" type="datetimeFigureOut">
              <a:rPr lang="zh-HK" altLang="en-US" smtClean="0"/>
              <a:t>21/6/2022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58A13-320E-4B67-9C01-CB199D31809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47677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ED69E-1DDB-BF4F-9336-87C439017A21}" type="datetimeFigureOut">
              <a:rPr kumimoji="1" lang="zh-CN" altLang="en-US" smtClean="0"/>
              <a:t>2022/6/21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5DC2A-2868-A845-9B41-53D8D787A7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464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811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ea typeface="等线"/>
              </a:rPr>
              <a:t>If you</a:t>
            </a:r>
            <a:r>
              <a:rPr kumimoji="1" lang="en-US" altLang="zh-CN" baseline="0" dirty="0">
                <a:ea typeface="等线"/>
              </a:rPr>
              <a:t> want to introduce your nationality, you can use the sentence structure </a:t>
            </a:r>
            <a:r>
              <a:rPr kumimoji="1" lang="zh-CN" altLang="en-US" baseline="0">
                <a:ea typeface="等线"/>
              </a:rPr>
              <a:t>我 是 </a:t>
            </a:r>
            <a:r>
              <a:rPr kumimoji="1" lang="en-US" altLang="zh-CN" baseline="0" dirty="0">
                <a:ea typeface="等线"/>
              </a:rPr>
              <a:t>+ country+ </a:t>
            </a:r>
            <a:r>
              <a:rPr kumimoji="1" lang="zh-CN" altLang="en-US" baseline="0">
                <a:ea typeface="等线"/>
              </a:rPr>
              <a:t>人 </a:t>
            </a:r>
            <a:r>
              <a:rPr kumimoji="1" lang="en-US" altLang="zh-CN" baseline="0">
                <a:ea typeface="等线"/>
              </a:rPr>
              <a:t>to express it.</a:t>
            </a:r>
            <a:r>
              <a:rPr kumimoji="1" lang="en-US" altLang="zh-CN">
                <a:ea typeface="等线"/>
              </a:rPr>
              <a:t> </a:t>
            </a:r>
            <a:r>
              <a:rPr kumimoji="1" lang="en-US" altLang="zh-CN" baseline="0">
                <a:ea typeface="等线"/>
              </a:rPr>
              <a:t> For example </a:t>
            </a:r>
            <a:r>
              <a:rPr kumimoji="1" lang="en-US" altLang="zh-CN">
                <a:ea typeface="等线"/>
              </a:rPr>
              <a:t>if I</a:t>
            </a:r>
            <a:r>
              <a:rPr kumimoji="1" lang="en-US" altLang="zh-CN" baseline="0">
                <a:ea typeface="等线"/>
              </a:rPr>
              <a:t> am Chinese, I can say </a:t>
            </a:r>
            <a:r>
              <a:rPr kumimoji="1" lang="zh-CN" altLang="en-US" baseline="0">
                <a:ea typeface="等线"/>
              </a:rPr>
              <a:t>我 是 中国人。 中国 </a:t>
            </a:r>
            <a:r>
              <a:rPr kumimoji="1" lang="en-US" altLang="zh-CN" baseline="0" dirty="0">
                <a:ea typeface="等线"/>
              </a:rPr>
              <a:t>means </a:t>
            </a:r>
            <a:r>
              <a:rPr kumimoji="1" lang="zh-CN" altLang="en-US" baseline="0">
                <a:ea typeface="等线"/>
              </a:rPr>
              <a:t>“</a:t>
            </a:r>
            <a:r>
              <a:rPr kumimoji="1" lang="en-US" altLang="zh-CN" baseline="0" dirty="0">
                <a:ea typeface="等线"/>
              </a:rPr>
              <a:t>China</a:t>
            </a:r>
            <a:r>
              <a:rPr kumimoji="1" lang="zh-CN" altLang="en-US" baseline="0">
                <a:ea typeface="等线"/>
              </a:rPr>
              <a:t>“ </a:t>
            </a:r>
            <a:r>
              <a:rPr kumimoji="1" lang="en-US" altLang="zh-CN" baseline="0" dirty="0">
                <a:ea typeface="等线"/>
              </a:rPr>
              <a:t>and </a:t>
            </a:r>
            <a:r>
              <a:rPr kumimoji="1" lang="zh-CN" altLang="en-US" baseline="0">
                <a:ea typeface="等线"/>
              </a:rPr>
              <a:t>人 </a:t>
            </a:r>
            <a:r>
              <a:rPr kumimoji="1" lang="en-US" altLang="zh-CN" baseline="0" dirty="0">
                <a:ea typeface="等线"/>
              </a:rPr>
              <a:t>means </a:t>
            </a:r>
            <a:r>
              <a:rPr kumimoji="1" lang="zh-CN" altLang="en-US" baseline="0">
                <a:ea typeface="等线"/>
              </a:rPr>
              <a:t>”</a:t>
            </a:r>
            <a:r>
              <a:rPr kumimoji="1" lang="en-US" altLang="zh-CN" baseline="0" dirty="0">
                <a:ea typeface="等线"/>
              </a:rPr>
              <a:t>person</a:t>
            </a:r>
            <a:r>
              <a:rPr kumimoji="1" lang="zh-CN" altLang="en-US" baseline="0">
                <a:ea typeface="等线"/>
              </a:rPr>
              <a:t>“。</a:t>
            </a:r>
            <a:r>
              <a:rPr kumimoji="1" lang="zh-CN" altLang="en-US">
                <a:ea typeface="等线"/>
              </a:rPr>
              <a:t> </a:t>
            </a:r>
            <a:r>
              <a:rPr kumimoji="1" lang="zh-CN" altLang="en-US" baseline="0">
                <a:ea typeface="等线"/>
              </a:rPr>
              <a:t> </a:t>
            </a:r>
            <a:r>
              <a:rPr kumimoji="1" lang="en-US" altLang="zh-CN" dirty="0">
                <a:ea typeface="等线"/>
              </a:rPr>
              <a:t>Try to practice the sentence structure, so that you can introduce yourself to others about your nationality.</a:t>
            </a:r>
            <a:endParaRPr kumimoji="1" lang="zh-CN" altLang="en-US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69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ea typeface="等线"/>
              </a:rPr>
              <a:t>Now let’s learn more about how to say</a:t>
            </a:r>
            <a:r>
              <a:rPr kumimoji="1" lang="en-US" altLang="zh-CN" baseline="0" dirty="0">
                <a:ea typeface="等线"/>
              </a:rPr>
              <a:t> </a:t>
            </a:r>
            <a:r>
              <a:rPr kumimoji="1" lang="en-US" altLang="zh-CN" dirty="0">
                <a:ea typeface="等线"/>
              </a:rPr>
              <a:t>country names in Chinese</a:t>
            </a:r>
            <a:r>
              <a:rPr kumimoji="1" lang="en-US" altLang="zh-CN" baseline="0" dirty="0">
                <a:ea typeface="等线"/>
              </a:rPr>
              <a:t>.</a:t>
            </a:r>
            <a:endParaRPr lang="zh-CN" altLang="en-US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0440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387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10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ea typeface="等线"/>
              </a:rPr>
              <a:t>The way to tell others about your nationality is very easy, you simply add the character</a:t>
            </a:r>
            <a:r>
              <a:rPr kumimoji="1" lang="zh-CN" altLang="en-US" dirty="0">
                <a:ea typeface="等线"/>
              </a:rPr>
              <a:t> 人</a:t>
            </a:r>
            <a:r>
              <a:rPr kumimoji="1" lang="en-US" altLang="zh-CN" dirty="0">
                <a:ea typeface="等线"/>
              </a:rPr>
              <a:t>,meaning person, after the country. For example American</a:t>
            </a:r>
            <a:r>
              <a:rPr kumimoji="1" lang="en-US" altLang="zh-CN" baseline="0" dirty="0">
                <a:ea typeface="等线"/>
              </a:rPr>
              <a:t>, you can say </a:t>
            </a:r>
            <a:r>
              <a:rPr kumimoji="1" lang="zh-CN" altLang="en-US" baseline="0" dirty="0">
                <a:ea typeface="等线"/>
              </a:rPr>
              <a:t>美国人。</a:t>
            </a:r>
          </a:p>
          <a:p>
            <a:r>
              <a:rPr lang="zh-CN" altLang="en-US">
                <a:ea typeface="等线"/>
              </a:rPr>
              <a:t>加个quiz. 比如放一个美国国旗，有两个选项。A我是美国。 B 我是美国人。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507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ea typeface="等线"/>
              </a:rPr>
              <a:t>Now, let's learn how to ask for someone's nationality. In this video, we are going to learn three ways to ask for nationality.</a:t>
            </a:r>
            <a:endParaRPr kumimoji="1" lang="en-US" dirty="0"/>
          </a:p>
          <a:p>
            <a:r>
              <a:rPr kumimoji="1" lang="en-US" altLang="zh-CN" dirty="0">
                <a:ea typeface="等线"/>
              </a:rPr>
              <a:t>The common question is " </a:t>
            </a:r>
            <a:r>
              <a:rPr kumimoji="1" lang="en-US" altLang="zh-CN" dirty="0" err="1">
                <a:ea typeface="等线"/>
              </a:rPr>
              <a:t>你是哪国人</a:t>
            </a:r>
            <a:r>
              <a:rPr kumimoji="1" lang="en-US" altLang="zh-CN" dirty="0">
                <a:ea typeface="等线"/>
              </a:rPr>
              <a:t>？”</a:t>
            </a:r>
            <a:endParaRPr lang="en-US" dirty="0"/>
          </a:p>
          <a:p>
            <a:r>
              <a:rPr lang="en-US" altLang="zh-CN" dirty="0">
                <a:ea typeface="等线"/>
              </a:rPr>
              <a:t>哪 means "</a:t>
            </a:r>
            <a:r>
              <a:rPr lang="en-US" altLang="zh-CN" dirty="0" err="1">
                <a:ea typeface="等线"/>
              </a:rPr>
              <a:t>which"，国</a:t>
            </a:r>
            <a:r>
              <a:rPr lang="en-US" altLang="zh-CN" dirty="0">
                <a:ea typeface="等线"/>
              </a:rPr>
              <a:t>  means "country"， so “ </a:t>
            </a:r>
            <a:r>
              <a:rPr lang="en-US" altLang="zh-CN" dirty="0" err="1">
                <a:ea typeface="等线"/>
              </a:rPr>
              <a:t>你是哪国人</a:t>
            </a:r>
            <a:r>
              <a:rPr lang="en-US" altLang="zh-CN" dirty="0">
                <a:ea typeface="等线"/>
              </a:rPr>
              <a:t>？”is asking which country you come from. Where are you from? </a:t>
            </a:r>
            <a:endParaRPr kumimoji="1" lang="en-US" altLang="zh-CN" dirty="0">
              <a:ea typeface="等线"/>
            </a:endParaRPr>
          </a:p>
          <a:p>
            <a:endParaRPr lang="en-US" altLang="zh-CN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5011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等线"/>
              </a:rPr>
              <a:t>Can you answer the question "</a:t>
            </a:r>
            <a:r>
              <a:rPr lang="en-US" altLang="zh-CN" dirty="0" err="1">
                <a:ea typeface="等线"/>
              </a:rPr>
              <a:t>你是哪国人</a:t>
            </a:r>
            <a:r>
              <a:rPr lang="en-US" altLang="zh-CN" dirty="0">
                <a:ea typeface="等线"/>
              </a:rPr>
              <a:t>" with the sentence structure </a:t>
            </a:r>
            <a:r>
              <a:rPr lang="en-US" altLang="zh-CN" dirty="0" err="1">
                <a:ea typeface="等线"/>
              </a:rPr>
              <a:t>我是</a:t>
            </a:r>
            <a:r>
              <a:rPr lang="en-US" altLang="zh-CN" dirty="0">
                <a:ea typeface="等线"/>
              </a:rPr>
              <a:t>+ country + 人 according to your background? </a:t>
            </a:r>
          </a:p>
          <a:p>
            <a:endParaRPr lang="en-US" altLang="zh-CN">
              <a:ea typeface="等线"/>
            </a:endParaRPr>
          </a:p>
          <a:p>
            <a:r>
              <a:rPr lang="en-US" altLang="zh-CN" dirty="0">
                <a:ea typeface="等线"/>
              </a:rPr>
              <a:t>(Wait 20 seconds) Good job!  I guess you all know how to introduce your nationality with the correct sentence. Let's move to the second way to ask for nationality.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213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altLang="zh-CN" dirty="0">
                <a:ea typeface="等线"/>
              </a:rPr>
              <a:t>The sentence  </a:t>
            </a:r>
            <a:r>
              <a:rPr lang="zh-CN" altLang="en-US" baseline="0">
                <a:ea typeface="等线"/>
              </a:rPr>
              <a:t>你是中国人吗</a:t>
            </a:r>
            <a:r>
              <a:rPr lang="zh-CN" altLang="en-US">
                <a:ea typeface="等线"/>
              </a:rPr>
              <a:t>? </a:t>
            </a:r>
            <a:r>
              <a:rPr lang="en-US" altLang="zh-CN" dirty="0">
                <a:ea typeface="華康儷粗黑(P)"/>
              </a:rPr>
              <a:t> means</a:t>
            </a:r>
            <a:r>
              <a:rPr lang="zh-CN" altLang="zh-CN">
                <a:ea typeface="等线"/>
              </a:rPr>
              <a:t>“</a:t>
            </a:r>
            <a:r>
              <a:rPr lang="en-US" altLang="zh-CN" dirty="0">
                <a:ea typeface="華康儷粗黑(P)"/>
              </a:rPr>
              <a:t>Are you Chinese ?</a:t>
            </a:r>
            <a:r>
              <a:rPr lang="zh-CN" altLang="zh-CN">
                <a:ea typeface="等线"/>
              </a:rPr>
              <a:t>” </a:t>
            </a:r>
            <a:r>
              <a:rPr lang="en-US" altLang="zh-CN" dirty="0">
                <a:ea typeface="華康儷粗黑(P)"/>
              </a:rPr>
              <a:t> ​</a:t>
            </a:r>
          </a:p>
          <a:p>
            <a:pPr fontAlgn="base"/>
            <a:r>
              <a:rPr lang="en-US" altLang="zh-CN" dirty="0">
                <a:ea typeface="華康儷粗黑(P)"/>
              </a:rPr>
              <a:t> “</a:t>
            </a:r>
            <a:r>
              <a:rPr lang="zh-CN" altLang="zh-CN">
                <a:ea typeface="等线"/>
              </a:rPr>
              <a:t>中国</a:t>
            </a:r>
            <a:r>
              <a:rPr lang="en-US" dirty="0" err="1">
                <a:solidFill>
                  <a:schemeClr val="accent1"/>
                </a:solidFill>
                <a:latin typeface="Segoe UI"/>
                <a:ea typeface="華康儷粗黑(P)"/>
                <a:cs typeface="Segoe UI"/>
              </a:rPr>
              <a:t>Zhōngguó</a:t>
            </a:r>
            <a:r>
              <a:rPr lang="en-US" altLang="zh-CN" dirty="0">
                <a:ea typeface="華康儷粗黑(P)"/>
              </a:rPr>
              <a:t>”</a:t>
            </a:r>
            <a:r>
              <a:rPr lang="zh-CN" altLang="zh-CN" dirty="0">
                <a:ea typeface="等线"/>
              </a:rPr>
              <a:t> </a:t>
            </a:r>
            <a:r>
              <a:rPr lang="en-US" altLang="zh-CN" dirty="0">
                <a:ea typeface="華康儷粗黑(P)"/>
              </a:rPr>
              <a:t>means China,   and “</a:t>
            </a:r>
            <a:r>
              <a:rPr lang="zh-CN" altLang="zh-CN">
                <a:ea typeface="等线"/>
              </a:rPr>
              <a:t>中国人</a:t>
            </a:r>
            <a:r>
              <a:rPr lang="en-US" altLang="zh-CN" dirty="0" err="1">
                <a:ea typeface="華康儷粗黑(P)"/>
              </a:rPr>
              <a:t>Zhōngguó</a:t>
            </a:r>
            <a:r>
              <a:rPr lang="zh-CN" altLang="en-US" dirty="0">
                <a:ea typeface="華康儷粗黑(P)"/>
              </a:rPr>
              <a:t> </a:t>
            </a:r>
            <a:r>
              <a:rPr lang="en-US" altLang="zh-CN" dirty="0" err="1">
                <a:ea typeface="華康儷粗黑(P)"/>
              </a:rPr>
              <a:t>rén</a:t>
            </a:r>
            <a:r>
              <a:rPr lang="en-US" altLang="zh-CN" dirty="0">
                <a:ea typeface="華康儷粗黑(P)"/>
              </a:rPr>
              <a:t>” means Chinese.​</a:t>
            </a:r>
            <a:endParaRPr lang="en-US" dirty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9027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If someone asks you</a:t>
            </a:r>
            <a:r>
              <a:rPr lang="en-US" altLang="zh-CN" baseline="0">
                <a:ea typeface="等线"/>
              </a:rPr>
              <a:t> “ are you Chinese?” , </a:t>
            </a:r>
            <a:r>
              <a:rPr lang="en-US" altLang="zh-CN">
                <a:ea typeface="等线"/>
              </a:rPr>
              <a:t>and if</a:t>
            </a:r>
            <a:r>
              <a:rPr lang="en-US" altLang="zh-CN" baseline="0">
                <a:ea typeface="等线"/>
              </a:rPr>
              <a:t> your answer is yes, you can say “</a:t>
            </a:r>
            <a:r>
              <a:rPr lang="zh-CN" altLang="en-US" baseline="0">
                <a:ea typeface="等线"/>
              </a:rPr>
              <a:t>是，我是中国人。“； </a:t>
            </a:r>
            <a:r>
              <a:rPr lang="en-US" altLang="zh-CN" baseline="0" dirty="0">
                <a:ea typeface="等线"/>
              </a:rPr>
              <a:t>if your answer is no, you can say “ </a:t>
            </a:r>
            <a:r>
              <a:rPr lang="zh-CN" altLang="en-US" baseline="0">
                <a:ea typeface="等线"/>
              </a:rPr>
              <a:t>不是，我不是中国人。”</a:t>
            </a:r>
            <a:r>
              <a:rPr lang="zh-CN" altLang="en-US">
                <a:ea typeface="等线"/>
              </a:rPr>
              <a:t> </a:t>
            </a:r>
            <a:endParaRPr lang="en-US">
              <a:ea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3382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>
                <a:ea typeface="等线"/>
              </a:rPr>
              <a:t>The third way to ask about someone’s nationality works like this, you can first introduce where you are from, and then use the phrase ‘</a:t>
            </a:r>
            <a:r>
              <a:rPr kumimoji="1" lang="en-US" altLang="zh-CN" err="1">
                <a:ea typeface="等线"/>
              </a:rPr>
              <a:t>ni</a:t>
            </a:r>
            <a:r>
              <a:rPr kumimoji="1" lang="en-US" altLang="zh-CN">
                <a:ea typeface="等线"/>
              </a:rPr>
              <a:t> ne” to ask about others nationality. For example</a:t>
            </a:r>
            <a:r>
              <a:rPr kumimoji="1" lang="zh-CN" altLang="en-US">
                <a:ea typeface="等线"/>
              </a:rPr>
              <a:t>： 我是中国人，你呢？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5DC2A-2868-A845-9B41-53D8D787A75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518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0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225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8314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139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2142484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966396"/>
            <a:ext cx="5157787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2142484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966396"/>
            <a:ext cx="5183188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0433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4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48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2274513"/>
            <a:ext cx="6172200" cy="441726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274513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4494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51104" y="2315701"/>
            <a:ext cx="6172200" cy="433705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HK" altLang="en-US"/>
          </a:p>
        </p:txBody>
      </p:sp>
      <p:sp>
        <p:nvSpPr>
          <p:cNvPr id="5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315701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899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319897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</a:p>
        </p:txBody>
      </p:sp>
    </p:spTree>
    <p:extLst>
      <p:ext uri="{BB962C8B-B14F-4D97-AF65-F5344CB8AC3E}">
        <p14:creationId xmlns:p14="http://schemas.microsoft.com/office/powerpoint/2010/main" val="129075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253993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</a:p>
        </p:txBody>
      </p:sp>
    </p:spTree>
    <p:extLst>
      <p:ext uri="{BB962C8B-B14F-4D97-AF65-F5344CB8AC3E}">
        <p14:creationId xmlns:p14="http://schemas.microsoft.com/office/powerpoint/2010/main" val="116432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94EE0-E4FB-FE48-92ED-17347BBC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9BE3A-8930-4347-9A3B-9BE647DE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346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0727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1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華康儷粗黑(P)" panose="020B0700000000000000" pitchFamily="34" charset="-120"/>
          <a:ea typeface="華康儷粗黑(P)" panose="020B07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sc-online.com/assetrepository/viewasset?id=2165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3564" y="817513"/>
            <a:ext cx="12058436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華康儷粗黑" panose="020B0709000000000000" pitchFamily="49" charset="-120"/>
                <a:ea typeface="華康儷粗黑" panose="020B0709000000000000" pitchFamily="49" charset="-120"/>
                <a:cs typeface="+mj-cs"/>
              </a:defRPr>
            </a:lvl1pPr>
          </a:lstStyle>
          <a:p>
            <a:pPr fontAlgn="base"/>
            <a:r>
              <a:rPr lang="en-US" altLang="zh-CN" b="1"/>
              <a:t>		</a:t>
            </a:r>
            <a:r>
              <a:rPr lang="en-US" altLang="zh-CN" b="1">
                <a:solidFill>
                  <a:srgbClr val="FFFF00"/>
                </a:solidFill>
              </a:rPr>
              <a:t>C1 Elementary Chinese Course​</a:t>
            </a:r>
            <a:r>
              <a:rPr lang="en-US" altLang="zh-CN">
                <a:solidFill>
                  <a:srgbClr val="FFFF00"/>
                </a:solidFill>
              </a:rPr>
              <a:t>​</a:t>
            </a:r>
          </a:p>
          <a:p>
            <a:pPr fontAlgn="base"/>
            <a:r>
              <a:rPr lang="en-US" altLang="zh-CN" b="1">
                <a:solidFill>
                  <a:srgbClr val="FFFF00"/>
                </a:solidFill>
              </a:rPr>
              <a:t>			Lesson one: Nationality</a:t>
            </a:r>
            <a:endParaRPr lang="en-US" altLang="zh-CN">
              <a:solidFill>
                <a:srgbClr val="FFFF00"/>
              </a:solidFill>
            </a:endParaRPr>
          </a:p>
          <a:p>
            <a:pPr fontAlgn="base"/>
            <a:r>
              <a:rPr lang="en-US" altLang="zh-CN" b="1">
                <a:solidFill>
                  <a:srgbClr val="FFFF00"/>
                </a:solidFill>
              </a:rPr>
              <a:t>				2.2 Pre-class </a:t>
            </a:r>
            <a:endParaRPr lang="en-US" altLang="zh-CN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7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533400" y="2168634"/>
            <a:ext cx="10515600" cy="3653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r>
              <a:rPr lang="en-US" altLang="zh-CN" dirty="0">
                <a:latin typeface="+mn-lt"/>
                <a:ea typeface="華康儷粗黑(P)"/>
              </a:rPr>
              <a:t>After watching the video, you should be able to: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altLang="zh-CN">
              <a:latin typeface="+mn-lt"/>
              <a:ea typeface="華康儷粗黑(P)"/>
            </a:endParaRPr>
          </a:p>
          <a:p>
            <a:pPr marL="0" indent="0">
              <a:buNone/>
            </a:pPr>
            <a:r>
              <a:rPr lang="en-US" altLang="zh-CN" dirty="0">
                <a:latin typeface="+mn-lt"/>
                <a:ea typeface="華康儷粗黑(P)"/>
              </a:rPr>
              <a:t>1. Say country names​ in Chinese</a:t>
            </a:r>
            <a:endParaRPr lang="en-US" dirty="0"/>
          </a:p>
          <a:p>
            <a:pPr marL="0" indent="0" fontAlgn="base">
              <a:buNone/>
            </a:pPr>
            <a:r>
              <a:rPr lang="en-US" altLang="zh-CN" dirty="0">
                <a:latin typeface="+mn-lt"/>
                <a:ea typeface="華康儷粗黑(P)"/>
              </a:rPr>
              <a:t>2. Ask for someone's nationality ​</a:t>
            </a:r>
            <a:endParaRPr lang="en-US" altLang="zh-CN" dirty="0">
              <a:latin typeface="+mn-lt"/>
              <a:ea typeface="華康儷粗黑(P)"/>
              <a:cs typeface="Calibri"/>
            </a:endParaRPr>
          </a:p>
          <a:p>
            <a:pPr marL="0" indent="0" fontAlgn="base">
              <a:buNone/>
            </a:pPr>
            <a:r>
              <a:rPr lang="en-US" altLang="zh-CN" dirty="0">
                <a:latin typeface="+mn-lt"/>
                <a:ea typeface="華康儷粗黑(P)"/>
              </a:rPr>
              <a:t>3. Introduce your own nationality​</a:t>
            </a:r>
            <a:endParaRPr lang="en-US" altLang="zh-CN" dirty="0">
              <a:latin typeface="+mn-lt"/>
              <a:ea typeface="華康儷粗黑(P)"/>
              <a:cs typeface="Calibri"/>
            </a:endParaRPr>
          </a:p>
          <a:p>
            <a:endParaRPr lang="zh-HK" altLang="en-US">
              <a:solidFill>
                <a:schemeClr val="tx1"/>
              </a:solidFill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500" dirty="0">
                <a:solidFill>
                  <a:srgbClr val="C8B100"/>
                </a:solidFill>
                <a:latin typeface="華康儷粗黑(P)" panose="020B0700000000000000" pitchFamily="34" charset="-120"/>
                <a:ea typeface="華康儷粗黑(P)"/>
              </a:rPr>
              <a:t>Intended Learning Outcomes:</a:t>
            </a:r>
            <a:endParaRPr lang="zh-TW" altLang="en-US" sz="3500" dirty="0">
              <a:solidFill>
                <a:srgbClr val="C8B1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219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714022" y="1917859"/>
            <a:ext cx="10515600" cy="3653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r>
              <a:rPr lang="zh-CN" altLang="en-US">
                <a:solidFill>
                  <a:schemeClr val="tx1"/>
                </a:solidFill>
                <a:latin typeface="華康儷粗黑(P)"/>
                <a:ea typeface="華康儷粗黑(P)"/>
                <a:cs typeface="華康細明體" panose="02020309000000000000" pitchFamily="49" charset="-120"/>
              </a:rPr>
              <a:t>我           是            中国             人。</a:t>
            </a:r>
            <a:endParaRPr lang="en-US" altLang="zh-CN">
              <a:solidFill>
                <a:schemeClr val="tx1"/>
              </a:solidFill>
              <a:latin typeface="華康儷粗黑(P)"/>
              <a:ea typeface="華康儷粗黑(P)"/>
              <a:cs typeface="華康細明體" panose="02020309000000000000" pitchFamily="49" charset="-120"/>
            </a:endParaRPr>
          </a:p>
          <a:p>
            <a:pPr marL="0" indent="0" fontAlgn="base">
              <a:buNone/>
            </a:pP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wǒ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          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              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Zhōngguó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       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rén</a:t>
            </a:r>
            <a:endParaRPr lang="zh-HK" altLang="en-US">
              <a:solidFill>
                <a:schemeClr val="tx1"/>
              </a:solidFill>
              <a:latin typeface="華康儷粗黑(P)"/>
              <a:ea typeface="華康儷粗黑(P)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rgbClr val="FFFF00"/>
                </a:solidFill>
                <a:ea typeface="等线 Light"/>
              </a:rPr>
              <a:t>Sentence structure</a:t>
            </a:r>
            <a:endParaRPr lang="zh-TW" altLang="en-US" sz="3500" dirty="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D9EBC7-4672-F24E-8888-7B88991FAE2D}"/>
              </a:ext>
            </a:extLst>
          </p:cNvPr>
          <p:cNvSpPr/>
          <p:nvPr/>
        </p:nvSpPr>
        <p:spPr>
          <a:xfrm>
            <a:off x="5965195" y="324433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 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202B6A-9963-3D4D-8DF6-B6B8F1DAC97B}"/>
              </a:ext>
            </a:extLst>
          </p:cNvPr>
          <p:cNvSpPr/>
          <p:nvPr/>
        </p:nvSpPr>
        <p:spPr>
          <a:xfrm>
            <a:off x="5965195" y="324433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prstClr val="black"/>
                </a:solidFill>
                <a:latin typeface="PingFangSC-Regular" panose="020B0400000000000000" pitchFamily="34" charset="-122"/>
                <a:ea typeface="PingFangSC-Regular" panose="020B0400000000000000" pitchFamily="34" charset="-122"/>
              </a:rPr>
              <a:t> 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C95AADE-D6B5-8B4D-8A18-46BD14D3DB3F}"/>
              </a:ext>
            </a:extLst>
          </p:cNvPr>
          <p:cNvSpPr/>
          <p:nvPr/>
        </p:nvSpPr>
        <p:spPr>
          <a:xfrm>
            <a:off x="557508" y="3606292"/>
            <a:ext cx="1533832" cy="148958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>
                <a:solidFill>
                  <a:schemeClr val="bg1"/>
                </a:solidFill>
              </a:rPr>
              <a:t>我是</a:t>
            </a:r>
            <a:endParaRPr kumimoji="1" lang="en-US" altLang="zh-CN" sz="1600">
              <a:solidFill>
                <a:schemeClr val="bg1"/>
              </a:solidFill>
            </a:endParaRPr>
          </a:p>
          <a:p>
            <a:pPr algn="ctr"/>
            <a:r>
              <a:rPr lang="en-US" altLang="zh-CN" sz="1600" err="1">
                <a:solidFill>
                  <a:schemeClr val="bg1"/>
                </a:solidFill>
                <a:ea typeface="SimSun" panose="02010600030101010101" pitchFamily="2" charset="-122"/>
              </a:rPr>
              <a:t>wǒ</a:t>
            </a: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 </a:t>
            </a:r>
            <a:r>
              <a:rPr lang="en-US" altLang="zh-CN" sz="1600" err="1">
                <a:solidFill>
                  <a:schemeClr val="bg1"/>
                </a:solidFill>
                <a:ea typeface="SimSun" panose="02010600030101010101" pitchFamily="2" charset="-122"/>
              </a:rPr>
              <a:t>shì</a:t>
            </a:r>
            <a:endParaRPr lang="en-US" altLang="zh-CN" sz="160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I am </a:t>
            </a:r>
            <a:endParaRPr kumimoji="1" lang="en-US" altLang="zh-CN" sz="1600">
              <a:solidFill>
                <a:schemeClr val="bg1"/>
              </a:solidFill>
            </a:endParaRPr>
          </a:p>
          <a:p>
            <a:pPr algn="ctr"/>
            <a:endParaRPr kumimoji="1" lang="zh-CN" altLang="en-US" sz="1600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0C46658-B850-5648-BF96-29412C770CF8}"/>
              </a:ext>
            </a:extLst>
          </p:cNvPr>
          <p:cNvSpPr/>
          <p:nvPr/>
        </p:nvSpPr>
        <p:spPr>
          <a:xfrm>
            <a:off x="3759982" y="3606292"/>
            <a:ext cx="1533832" cy="146040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Country</a:t>
            </a:r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01F572E-010B-5B45-B97D-0AD86D6E11F7}"/>
              </a:ext>
            </a:extLst>
          </p:cNvPr>
          <p:cNvSpPr/>
          <p:nvPr/>
        </p:nvSpPr>
        <p:spPr>
          <a:xfrm>
            <a:off x="6733219" y="3635478"/>
            <a:ext cx="1551458" cy="1460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人</a:t>
            </a:r>
            <a:endParaRPr kumimoji="1" lang="en-US" altLang="zh-CN"/>
          </a:p>
          <a:p>
            <a:pPr algn="ctr"/>
            <a:r>
              <a:rPr kumimoji="1" lang="en-US" altLang="zh-CN" err="1"/>
              <a:t>Rén</a:t>
            </a:r>
            <a:endParaRPr kumimoji="1" lang="en-US" altLang="zh-CN"/>
          </a:p>
          <a:p>
            <a:pPr algn="ctr"/>
            <a:r>
              <a:rPr kumimoji="1" lang="en-US" altLang="zh-CN"/>
              <a:t>Person</a:t>
            </a:r>
            <a:endParaRPr kumimoji="1" lang="zh-CN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288F169A-2125-3542-93EB-17C18568B108}"/>
              </a:ext>
            </a:extLst>
          </p:cNvPr>
          <p:cNvSpPr/>
          <p:nvPr/>
        </p:nvSpPr>
        <p:spPr>
          <a:xfrm>
            <a:off x="2425681" y="3818665"/>
            <a:ext cx="914400" cy="914400"/>
          </a:xfrm>
          <a:prstGeom prst="plus">
            <a:avLst>
              <a:gd name="adj" fmla="val 3790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十字形 13">
            <a:extLst>
              <a:ext uri="{FF2B5EF4-FFF2-40B4-BE49-F238E27FC236}">
                <a16:creationId xmlns:a16="http://schemas.microsoft.com/office/drawing/2014/main" id="{D5B308F2-C792-544B-A060-9DD803C026EB}"/>
              </a:ext>
            </a:extLst>
          </p:cNvPr>
          <p:cNvSpPr/>
          <p:nvPr/>
        </p:nvSpPr>
        <p:spPr>
          <a:xfrm>
            <a:off x="5519738" y="3818665"/>
            <a:ext cx="914400" cy="914400"/>
          </a:xfrm>
          <a:prstGeom prst="plus">
            <a:avLst>
              <a:gd name="adj" fmla="val 37903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等于 15">
            <a:extLst>
              <a:ext uri="{FF2B5EF4-FFF2-40B4-BE49-F238E27FC236}">
                <a16:creationId xmlns:a16="http://schemas.microsoft.com/office/drawing/2014/main" id="{A30C224F-148C-0C4E-9103-9F2A54E738ED}"/>
              </a:ext>
            </a:extLst>
          </p:cNvPr>
          <p:cNvSpPr/>
          <p:nvPr/>
        </p:nvSpPr>
        <p:spPr>
          <a:xfrm>
            <a:off x="8649272" y="3871478"/>
            <a:ext cx="1088540" cy="734462"/>
          </a:xfrm>
          <a:prstGeom prst="mathEqua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04ABD0D-5D88-284B-ABF7-36A9392B298D}"/>
              </a:ext>
            </a:extLst>
          </p:cNvPr>
          <p:cNvSpPr/>
          <p:nvPr/>
        </p:nvSpPr>
        <p:spPr>
          <a:xfrm>
            <a:off x="9792017" y="3702157"/>
            <a:ext cx="1842475" cy="1460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Introducing your nationality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95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F92B2154-6070-2F4B-8BB4-65AEF55C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402196"/>
            <a:ext cx="5312229" cy="83525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+mn-lt"/>
                <a:ea typeface="華康儷粗黑(P)"/>
              </a:rPr>
              <a:t> Learn more about how to say country names in Chinese! </a:t>
            </a:r>
            <a:endParaRPr kumimoji="1" lang="zh-CN" altLang="en-US" sz="4000" dirty="0">
              <a:solidFill>
                <a:schemeClr val="accent1"/>
              </a:solidFill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668636-EEAD-3541-8668-689AFC57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1" y="2324080"/>
            <a:ext cx="3701640" cy="327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45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32F0F948-AA74-D14D-87DC-840BADB2C1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93371" y="1805830"/>
          <a:ext cx="8412366" cy="4351336"/>
        </p:xfrm>
        <a:graphic>
          <a:graphicData uri="http://schemas.openxmlformats.org/drawingml/2006/table">
            <a:tbl>
              <a:tblPr/>
              <a:tblGrid>
                <a:gridCol w="2642180">
                  <a:extLst>
                    <a:ext uri="{9D8B030D-6E8A-4147-A177-3AD203B41FA5}">
                      <a16:colId xmlns:a16="http://schemas.microsoft.com/office/drawing/2014/main" val="3100160321"/>
                    </a:ext>
                  </a:extLst>
                </a:gridCol>
                <a:gridCol w="2364107">
                  <a:extLst>
                    <a:ext uri="{9D8B030D-6E8A-4147-A177-3AD203B41FA5}">
                      <a16:colId xmlns:a16="http://schemas.microsoft.com/office/drawing/2014/main" val="1346825550"/>
                    </a:ext>
                  </a:extLst>
                </a:gridCol>
                <a:gridCol w="3406079">
                  <a:extLst>
                    <a:ext uri="{9D8B030D-6E8A-4147-A177-3AD203B41FA5}">
                      <a16:colId xmlns:a16="http://schemas.microsoft.com/office/drawing/2014/main" val="1706446714"/>
                    </a:ext>
                  </a:extLst>
                </a:gridCol>
              </a:tblGrid>
              <a:tr h="669436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美国</a:t>
                      </a:r>
                      <a:r>
                        <a:rPr lang="en-US" altLang="zh-CN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(U.S)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Měiguó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ea typeface="Times New Roman" panose="02020603050405020304" pitchFamily="18" charset="0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240564"/>
                  </a:ext>
                </a:extLst>
              </a:tr>
              <a:tr h="736380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中国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(China)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Zhōngguó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473021"/>
                  </a:ext>
                </a:extLst>
              </a:tr>
              <a:tr h="736380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法国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(France)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Fǎguó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46823"/>
                  </a:ext>
                </a:extLst>
              </a:tr>
              <a:tr h="736380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英国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(Britain)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Yīngguó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r>
                        <a:rPr lang="zh-CN" alt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ea typeface="Times New Roman" panose="02020603050405020304" pitchFamily="18" charset="0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205690"/>
                  </a:ext>
                </a:extLst>
              </a:tr>
              <a:tr h="736380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德国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(Germany)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Déguó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240184"/>
                  </a:ext>
                </a:extLst>
              </a:tr>
              <a:tr h="736380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韩国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(Korea)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Hánguó</a:t>
                      </a: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3555" marR="53555" marT="26777" marB="2677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67434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3A780FB-E166-8949-9654-691DA50F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371" y="18447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252F0829-F3C8-3245-A78B-83ED80B8C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698" y="2425118"/>
            <a:ext cx="802904" cy="92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FD1A621A-02E8-5346-AF52-C2C4FF5B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483" y="1719166"/>
            <a:ext cx="704850" cy="54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116997C5-34B1-7243-AF93-0BC2BB65C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594" y="3293105"/>
            <a:ext cx="861739" cy="70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B9268041-B4E9-4F40-800E-1484BAD6D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97" y="3909873"/>
            <a:ext cx="1155330" cy="77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>
            <a:extLst>
              <a:ext uri="{FF2B5EF4-FFF2-40B4-BE49-F238E27FC236}">
                <a16:creationId xmlns:a16="http://schemas.microsoft.com/office/drawing/2014/main" id="{B73F0AE3-3759-864A-90F8-AEA56609F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360" y="4846390"/>
            <a:ext cx="741095" cy="54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>
            <a:extLst>
              <a:ext uri="{FF2B5EF4-FFF2-40B4-BE49-F238E27FC236}">
                <a16:creationId xmlns:a16="http://schemas.microsoft.com/office/drawing/2014/main" id="{9B6C9B99-6321-234C-8C69-04BB625BA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516" y="5560850"/>
            <a:ext cx="1065291" cy="70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997B309-944D-5542-B4CA-A0DA09FF9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Can you find your country?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965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A780FB-E166-8949-9654-691DA50F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657" y="66054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B4F1F040-F83A-734F-8066-DC596BD791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3649" y="1542184"/>
          <a:ext cx="9939519" cy="4351338"/>
        </p:xfrm>
        <a:graphic>
          <a:graphicData uri="http://schemas.openxmlformats.org/drawingml/2006/table">
            <a:tbl>
              <a:tblPr/>
              <a:tblGrid>
                <a:gridCol w="3389047">
                  <a:extLst>
                    <a:ext uri="{9D8B030D-6E8A-4147-A177-3AD203B41FA5}">
                      <a16:colId xmlns:a16="http://schemas.microsoft.com/office/drawing/2014/main" val="1899055599"/>
                    </a:ext>
                  </a:extLst>
                </a:gridCol>
                <a:gridCol w="3660930">
                  <a:extLst>
                    <a:ext uri="{9D8B030D-6E8A-4147-A177-3AD203B41FA5}">
                      <a16:colId xmlns:a16="http://schemas.microsoft.com/office/drawing/2014/main" val="3442902023"/>
                    </a:ext>
                  </a:extLst>
                </a:gridCol>
                <a:gridCol w="2889542">
                  <a:extLst>
                    <a:ext uri="{9D8B030D-6E8A-4147-A177-3AD203B41FA5}">
                      <a16:colId xmlns:a16="http://schemas.microsoft.com/office/drawing/2014/main" val="2874957339"/>
                    </a:ext>
                  </a:extLst>
                </a:gridCol>
              </a:tblGrid>
              <a:tr h="603225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日本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(Japan)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Rì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běn 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874423"/>
                  </a:ext>
                </a:extLst>
              </a:tr>
              <a:tr h="946599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印度尼西亚</a:t>
                      </a:r>
                      <a:r>
                        <a:rPr lang="en-US" altLang="zh-CN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印尼）</a:t>
                      </a:r>
                      <a:endParaRPr lang="en-US" altLang="zh-CN" sz="2900" b="0" i="0" u="none" strike="noStrike">
                        <a:solidFill>
                          <a:srgbClr val="000000"/>
                        </a:solidFill>
                        <a:effectLst/>
                        <a:ea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en-US" altLang="zh-CN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(Indonesia)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Yìn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dù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ní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xī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yà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(Yìn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ní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)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94798"/>
                  </a:ext>
                </a:extLst>
              </a:tr>
              <a:tr h="661227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印度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(India)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Yìn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dù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52933"/>
                  </a:ext>
                </a:extLst>
              </a:tr>
              <a:tr h="817833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巴基斯坦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(Pakistan)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Bā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jī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sī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tǎn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347632"/>
                  </a:ext>
                </a:extLst>
              </a:tr>
              <a:tr h="661227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加拿大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(Canada)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Jiā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ná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dà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652876"/>
                  </a:ext>
                </a:extLst>
              </a:tr>
              <a:tr h="661227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新加坡</a:t>
                      </a:r>
                      <a:r>
                        <a:rPr lang="zh-CN" altLang="en-US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r>
                        <a:rPr lang="en-US" altLang="zh-CN" sz="29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(Singapore)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Xīn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jiā</a:t>
                      </a:r>
                      <a:r>
                        <a:rPr lang="en-US" sz="2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29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pō</a:t>
                      </a:r>
                      <a:r>
                        <a:rPr lang="zh-CN" alt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9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</a:p>
                  </a:txBody>
                  <a:tcPr marL="55682" marR="55682" marT="27841" marB="2784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55167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DB99F7B-527A-6A4B-B1C2-7703D631D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28110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15655477-498D-9645-98CA-6E70332E5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99" y="1540826"/>
            <a:ext cx="532774" cy="52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>
            <a:extLst>
              <a:ext uri="{FF2B5EF4-FFF2-40B4-BE49-F238E27FC236}">
                <a16:creationId xmlns:a16="http://schemas.microsoft.com/office/drawing/2014/main" id="{989574AB-A2D0-BF4C-BD6F-994C0F003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212" y="2471168"/>
            <a:ext cx="876300" cy="60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>
            <a:extLst>
              <a:ext uri="{FF2B5EF4-FFF2-40B4-BE49-F238E27FC236}">
                <a16:creationId xmlns:a16="http://schemas.microsoft.com/office/drawing/2014/main" id="{0EF319AA-72A4-8243-AF9A-E4009867E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843" y="3129942"/>
            <a:ext cx="849020" cy="60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>
            <a:extLst>
              <a:ext uri="{FF2B5EF4-FFF2-40B4-BE49-F238E27FC236}">
                <a16:creationId xmlns:a16="http://schemas.microsoft.com/office/drawing/2014/main" id="{7C9E5E9F-5AFC-DD47-A0CF-D7B75C069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109" y="3911509"/>
            <a:ext cx="675641" cy="60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>
            <a:extLst>
              <a:ext uri="{FF2B5EF4-FFF2-40B4-BE49-F238E27FC236}">
                <a16:creationId xmlns:a16="http://schemas.microsoft.com/office/drawing/2014/main" id="{5998C370-DB0D-7D44-9457-E084E7B31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085" y="4664467"/>
            <a:ext cx="807012" cy="43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1" name="Picture 13">
            <a:extLst>
              <a:ext uri="{FF2B5EF4-FFF2-40B4-BE49-F238E27FC236}">
                <a16:creationId xmlns:a16="http://schemas.microsoft.com/office/drawing/2014/main" id="{1373C8E9-A138-3E4C-8FCE-B0EA470F7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372" y="5316743"/>
            <a:ext cx="842385" cy="57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73EB2F9E-E7B7-0E49-9F5D-E17849930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Can you find your country?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450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A780FB-E166-8949-9654-691DA50F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657" y="66054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B99F7B-527A-6A4B-B1C2-7703D631D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28110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0362801D-9BD5-6947-9DD0-C24B592B7B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75637" y="2073275"/>
          <a:ext cx="6700672" cy="4351338"/>
        </p:xfrm>
        <a:graphic>
          <a:graphicData uri="http://schemas.openxmlformats.org/drawingml/2006/table">
            <a:tbl>
              <a:tblPr/>
              <a:tblGrid>
                <a:gridCol w="1242774">
                  <a:extLst>
                    <a:ext uri="{9D8B030D-6E8A-4147-A177-3AD203B41FA5}">
                      <a16:colId xmlns:a16="http://schemas.microsoft.com/office/drawing/2014/main" val="3992792541"/>
                    </a:ext>
                  </a:extLst>
                </a:gridCol>
                <a:gridCol w="2038837">
                  <a:extLst>
                    <a:ext uri="{9D8B030D-6E8A-4147-A177-3AD203B41FA5}">
                      <a16:colId xmlns:a16="http://schemas.microsoft.com/office/drawing/2014/main" val="98894333"/>
                    </a:ext>
                  </a:extLst>
                </a:gridCol>
                <a:gridCol w="1368770">
                  <a:extLst>
                    <a:ext uri="{9D8B030D-6E8A-4147-A177-3AD203B41FA5}">
                      <a16:colId xmlns:a16="http://schemas.microsoft.com/office/drawing/2014/main" val="1253085862"/>
                    </a:ext>
                  </a:extLst>
                </a:gridCol>
                <a:gridCol w="2050291">
                  <a:extLst>
                    <a:ext uri="{9D8B030D-6E8A-4147-A177-3AD203B41FA5}">
                      <a16:colId xmlns:a16="http://schemas.microsoft.com/office/drawing/2014/main" val="325401247"/>
                    </a:ext>
                  </a:extLst>
                </a:gridCol>
              </a:tblGrid>
              <a:tr h="731961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美国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Měiguó</a:t>
                      </a:r>
                      <a:r>
                        <a:rPr lang="en-US" sz="2700" b="0" i="0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fontAlgn="auto"/>
                      <a:r>
                        <a:rPr lang="zh-CN" altLang="en-US" sz="6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zh-CN" altLang="en-US" sz="6700" b="0" i="0" u="none" strike="noStrike">
                          <a:solidFill>
                            <a:srgbClr val="FF0000"/>
                          </a:solidFill>
                          <a:effectLst/>
                          <a:ea typeface="Times New Roman" panose="02020603050405020304" pitchFamily="18" charset="0"/>
                        </a:rPr>
                        <a:t>人</a:t>
                      </a:r>
                      <a:r>
                        <a:rPr lang="zh-CN" altLang="en-US" sz="6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/>
                      <a:r>
                        <a:rPr lang="en-US" sz="54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5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ase"/>
                      <a:r>
                        <a:rPr lang="en-US" altLang="zh-CN" sz="6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Měiguó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ase"/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51595"/>
                  </a:ext>
                </a:extLst>
              </a:tr>
              <a:tr h="731961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中国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u="none" strike="noStrike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Zhōngguó</a:t>
                      </a:r>
                      <a:r>
                        <a:rPr lang="en-US" sz="2700" b="0" i="0" u="none" strike="noStrike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Zhōngguó</a:t>
                      </a: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ase"/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112562"/>
                  </a:ext>
                </a:extLst>
              </a:tr>
              <a:tr h="731961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法国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Fǎguó</a:t>
                      </a:r>
                      <a:r>
                        <a:rPr lang="en-US" sz="2700" b="0" i="0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Fǎguó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ase"/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326876"/>
                  </a:ext>
                </a:extLst>
              </a:tr>
              <a:tr h="731961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英国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Yīngguó</a:t>
                      </a:r>
                      <a:r>
                        <a:rPr lang="en-US" sz="2700" b="0" i="0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Yīngguó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ase"/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554257"/>
                  </a:ext>
                </a:extLst>
              </a:tr>
              <a:tr h="731961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德国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Déguó</a:t>
                      </a:r>
                      <a:r>
                        <a:rPr lang="en-US" sz="2700" b="0" i="0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Déguó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ase"/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262577"/>
                  </a:ext>
                </a:extLst>
              </a:tr>
              <a:tr h="691533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7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韩国</a:t>
                      </a:r>
                      <a:r>
                        <a:rPr lang="zh-CN" altLang="en-US" sz="27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700" b="0" i="0" err="1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Hánguó</a:t>
                      </a:r>
                      <a:r>
                        <a:rPr lang="en-US" sz="2700" b="0" i="0">
                          <a:solidFill>
                            <a:srgbClr val="7030A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altLang="zh-CN" sz="2700" b="0" i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2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Hánguó</a:t>
                      </a:r>
                      <a:r>
                        <a:rPr lang="en-US" sz="22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en-US" sz="2200" b="0" i="0" err="1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rén</a:t>
                      </a:r>
                      <a:r>
                        <a:rPr lang="en-US" altLang="zh-CN" sz="2200" b="0" i="0">
                          <a:solidFill>
                            <a:srgbClr val="000000"/>
                          </a:solidFill>
                          <a:effectLst/>
                          <a:ea typeface="Calibri"/>
                        </a:rPr>
                        <a:t>​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effectLst/>
                        <a:ea typeface="Calibri"/>
                      </a:endParaRPr>
                    </a:p>
                  </a:txBody>
                  <a:tcPr marL="51067" marR="51067" marT="25534" marB="2553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0234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C03946AA-EA6C-1D4B-A5BC-6AE57D82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0" y="2073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3" name="Picture 7">
            <a:extLst>
              <a:ext uri="{FF2B5EF4-FFF2-40B4-BE49-F238E27FC236}">
                <a16:creationId xmlns:a16="http://schemas.microsoft.com/office/drawing/2014/main" id="{2F544760-CDA8-E946-95A7-2700D00BC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77" y="2073275"/>
            <a:ext cx="841239" cy="64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5" name="Picture 9">
            <a:extLst>
              <a:ext uri="{FF2B5EF4-FFF2-40B4-BE49-F238E27FC236}">
                <a16:creationId xmlns:a16="http://schemas.microsoft.com/office/drawing/2014/main" id="{0920239D-A518-8544-9755-05E30060D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142" y="3428859"/>
            <a:ext cx="2827881" cy="156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7" name="Picture 11">
            <a:extLst>
              <a:ext uri="{FF2B5EF4-FFF2-40B4-BE49-F238E27FC236}">
                <a16:creationId xmlns:a16="http://schemas.microsoft.com/office/drawing/2014/main" id="{9D263467-8179-B746-8E42-3F32A96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77" y="2838924"/>
            <a:ext cx="648929" cy="75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9" name="Picture 13">
            <a:extLst>
              <a:ext uri="{FF2B5EF4-FFF2-40B4-BE49-F238E27FC236}">
                <a16:creationId xmlns:a16="http://schemas.microsoft.com/office/drawing/2014/main" id="{93789C18-D347-8847-A63B-825DCA075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26" y="3592145"/>
            <a:ext cx="887829" cy="72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1" name="Picture 15">
            <a:extLst>
              <a:ext uri="{FF2B5EF4-FFF2-40B4-BE49-F238E27FC236}">
                <a16:creationId xmlns:a16="http://schemas.microsoft.com/office/drawing/2014/main" id="{289E895D-42E6-FC42-A645-72527593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61" y="4321223"/>
            <a:ext cx="1096788" cy="72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3" name="Picture 17">
            <a:extLst>
              <a:ext uri="{FF2B5EF4-FFF2-40B4-BE49-F238E27FC236}">
                <a16:creationId xmlns:a16="http://schemas.microsoft.com/office/drawing/2014/main" id="{370F3975-5FB1-5940-9D7A-F310086BE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32" y="5031383"/>
            <a:ext cx="1009845" cy="73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5" name="Picture 19">
            <a:extLst>
              <a:ext uri="{FF2B5EF4-FFF2-40B4-BE49-F238E27FC236}">
                <a16:creationId xmlns:a16="http://schemas.microsoft.com/office/drawing/2014/main" id="{566BFA3F-6D6D-3943-B0D9-F1D85C57F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64" y="5779380"/>
            <a:ext cx="1110194" cy="73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">
            <a:extLst>
              <a:ext uri="{FF2B5EF4-FFF2-40B4-BE49-F238E27FC236}">
                <a16:creationId xmlns:a16="http://schemas.microsoft.com/office/drawing/2014/main" id="{5584B954-7BCD-D84F-9D54-FC9169B2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rgbClr val="FFFF00"/>
                </a:solidFill>
                <a:ea typeface="等线 Light"/>
              </a:rPr>
              <a:t>How to tell others about your nationality? </a:t>
            </a:r>
            <a:endParaRPr lang="zh-TW" altLang="en-US" sz="3500" dirty="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511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13841" y="1444496"/>
            <a:ext cx="10815781" cy="4126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endParaRPr lang="zh-CN" altLang="en-US">
              <a:latin typeface="+mn-lt"/>
              <a:ea typeface="SimSun"/>
              <a:cs typeface="Times New Roman"/>
            </a:endParaRPr>
          </a:p>
          <a:p>
            <a:pPr marL="0" indent="0">
              <a:buNone/>
            </a:pPr>
            <a:r>
              <a:rPr lang="zh-CN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Q: 你是哪国人？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nǐ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shì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 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nǎ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guó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rén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？​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+mn-lt"/>
              <a:ea typeface="SimSun"/>
              <a:cs typeface="Times New Roman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C00000"/>
                </a:solidFill>
                <a:latin typeface="+mn-lt"/>
                <a:ea typeface="SimSun"/>
                <a:cs typeface="Times New Roman"/>
              </a:rPr>
              <a:t>                </a:t>
            </a:r>
            <a:r>
              <a:rPr lang="en-US">
                <a:solidFill>
                  <a:srgbClr val="C00000"/>
                </a:solidFill>
                <a:latin typeface="+mn-lt"/>
                <a:ea typeface="華康儷粗黑(P)"/>
                <a:cs typeface="Times New Roman"/>
              </a:rPr>
              <a:t>   </a:t>
            </a:r>
            <a:r>
              <a:rPr lang="en-US">
                <a:solidFill>
                  <a:schemeClr val="accent1"/>
                </a:solidFill>
                <a:latin typeface="+mn-lt"/>
                <a:ea typeface="華康儷粗黑(P)"/>
                <a:cs typeface="Times New Roman"/>
              </a:rPr>
              <a:t>  </a:t>
            </a:r>
            <a:endParaRPr lang="ja-JP" altLang="en-US">
              <a:solidFill>
                <a:schemeClr val="accent1"/>
              </a:solidFill>
              <a:latin typeface="+mn-lt"/>
              <a:ea typeface="華康儷粗黑(P)"/>
              <a:cs typeface="Times New Roman"/>
            </a:endParaRPr>
          </a:p>
          <a:p>
            <a:pPr fontAlgn="base"/>
            <a:endParaRPr lang="en-US" altLang="zh-CN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HK" altLang="en-US">
                <a:solidFill>
                  <a:schemeClr val="accent2"/>
                </a:solidFill>
                <a:latin typeface="+mn-lt"/>
                <a:ea typeface="SimSun"/>
              </a:rPr>
              <a:t>A:  我是英国人</a:t>
            </a:r>
            <a:r>
              <a:rPr lang="zh-CN" altLang="en-US">
                <a:solidFill>
                  <a:schemeClr val="accent2"/>
                </a:solidFill>
                <a:latin typeface="+mn-lt"/>
                <a:ea typeface="SimSun"/>
              </a:rPr>
              <a:t>。</a:t>
            </a:r>
            <a:r>
              <a:rPr lang="en-US">
                <a:solidFill>
                  <a:schemeClr val="accent2"/>
                </a:solidFill>
                <a:latin typeface="+mn-lt"/>
                <a:ea typeface="SimSun"/>
                <a:cs typeface="Calibri"/>
              </a:rPr>
              <a:t>I am British.</a:t>
            </a:r>
            <a:r>
              <a:rPr lang="zh-CN" altLang="en-US">
                <a:solidFill>
                  <a:srgbClr val="C00000"/>
                </a:solidFill>
                <a:latin typeface="+mn-lt"/>
                <a:ea typeface="SimSun"/>
                <a:cs typeface="Calibri"/>
              </a:rPr>
              <a:t> </a:t>
            </a:r>
            <a:endParaRPr lang="en-US">
              <a:solidFill>
                <a:schemeClr val="accent1"/>
              </a:solidFill>
              <a:latin typeface="+mn-lt"/>
              <a:ea typeface="華康儷粗黑(P)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       </a:t>
            </a:r>
            <a:r>
              <a:rPr lang="en-US" err="1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Wǒ</a:t>
            </a:r>
            <a:r>
              <a:rPr lang="en-US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 </a:t>
            </a:r>
            <a:r>
              <a:rPr lang="en-US" err="1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shì</a:t>
            </a:r>
            <a:r>
              <a:rPr lang="en-US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 </a:t>
            </a:r>
            <a:r>
              <a:rPr lang="en-US" err="1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Yīngguó</a:t>
            </a:r>
            <a:r>
              <a:rPr lang="en-US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 </a:t>
            </a:r>
            <a:r>
              <a:rPr lang="en-US" err="1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rén</a:t>
            </a:r>
            <a:r>
              <a:rPr lang="en-US">
                <a:solidFill>
                  <a:schemeClr val="accent2"/>
                </a:solidFill>
                <a:latin typeface="Calibri" panose="020F0502020204030204"/>
                <a:ea typeface="SimSun"/>
                <a:cs typeface="Calibri"/>
              </a:rPr>
              <a:t>.</a:t>
            </a:r>
            <a:endParaRPr lang="en-US">
              <a:solidFill>
                <a:schemeClr val="accent2"/>
              </a:solidFill>
              <a:latin typeface="Calibri" panose="020F0502020204030204"/>
              <a:ea typeface="華康儷粗黑(P)"/>
              <a:cs typeface="Calibri"/>
            </a:endParaRPr>
          </a:p>
          <a:p>
            <a:endParaRPr lang="en-US">
              <a:solidFill>
                <a:schemeClr val="accent2"/>
              </a:solidFill>
              <a:latin typeface="Calibri" panose="020F0502020204030204"/>
              <a:ea typeface="SimSun" panose="02010600030101010101" pitchFamily="2" charset="-122"/>
              <a:cs typeface="Calibri"/>
            </a:endParaRPr>
          </a:p>
          <a:p>
            <a:endParaRPr lang="en-US" altLang="zh-CN">
              <a:solidFill>
                <a:srgbClr val="ED7D31"/>
              </a:solidFill>
              <a:latin typeface="Calibri" panose="020F0502020204030204"/>
              <a:ea typeface="SimSun" panose="02010600030101010101" pitchFamily="2" charset="-122"/>
              <a:cs typeface="Calibri"/>
            </a:endParaRPr>
          </a:p>
          <a:p>
            <a:pPr fontAlgn="base"/>
            <a:endParaRPr lang="en-US" altLang="zh-CN">
              <a:solidFill>
                <a:srgbClr val="ED7D31"/>
              </a:solidFill>
              <a:latin typeface="Calibri" panose="020F0502020204030204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zh-HK" altLang="en-US"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Where are you from?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237E1-EFD0-22A0-1089-055EB55A436C}"/>
              </a:ext>
            </a:extLst>
          </p:cNvPr>
          <p:cNvSpPr txBox="1"/>
          <p:nvPr/>
        </p:nvSpPr>
        <p:spPr>
          <a:xfrm>
            <a:off x="1820173" y="2725947"/>
            <a:ext cx="2743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700">
                <a:solidFill>
                  <a:srgbClr val="C00000"/>
                </a:solidFill>
                <a:ea typeface="+mn-lt"/>
                <a:cs typeface="+mn-lt"/>
              </a:rPr>
              <a:t> 哪 </a:t>
            </a:r>
            <a:r>
              <a:rPr lang="en-US" sz="2700" err="1">
                <a:solidFill>
                  <a:srgbClr val="C00000"/>
                </a:solidFill>
                <a:ea typeface="+mn-lt"/>
                <a:cs typeface="+mn-lt"/>
              </a:rPr>
              <a:t>nǎ:which</a:t>
            </a:r>
            <a:endParaRPr lang="en-US" err="1"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5B350-A023-9238-9CC0-9358903F53A0}"/>
              </a:ext>
            </a:extLst>
          </p:cNvPr>
          <p:cNvSpPr txBox="1"/>
          <p:nvPr/>
        </p:nvSpPr>
        <p:spPr>
          <a:xfrm>
            <a:off x="3919267" y="2725946"/>
            <a:ext cx="2743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700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zh-CN" sz="2700">
                <a:solidFill>
                  <a:schemeClr val="accent1"/>
                </a:solidFill>
                <a:ea typeface="+mn-lt"/>
                <a:cs typeface="+mn-lt"/>
              </a:rPr>
              <a:t>国 </a:t>
            </a:r>
            <a:r>
              <a:rPr lang="en-US" altLang="zh-CN" sz="2700" err="1">
                <a:solidFill>
                  <a:schemeClr val="accent1"/>
                </a:solidFill>
                <a:ea typeface="+mn-lt"/>
                <a:cs typeface="+mn-lt"/>
              </a:rPr>
              <a:t>guó</a:t>
            </a:r>
            <a:r>
              <a:rPr lang="es-ES" altLang="zh-CN" sz="270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sz="2700">
                <a:solidFill>
                  <a:schemeClr val="accent1"/>
                </a:solidFill>
                <a:ea typeface="+mn-lt"/>
                <a:cs typeface="+mn-lt"/>
              </a:rPr>
              <a:t>:country</a:t>
            </a:r>
            <a:endParaRPr lang="en-US" err="1">
              <a:solidFill>
                <a:schemeClr val="accent1"/>
              </a:solidFill>
              <a:cs typeface="Calibri" panose="020F0502020204030204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FC77BB4-FCAE-AFBC-6C16-5E035F16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98" y="2768720"/>
            <a:ext cx="5732252" cy="421976"/>
          </a:xfrm>
          <a:prstGeom prst="rect">
            <a:avLst/>
          </a:prstGeom>
        </p:spPr>
      </p:pic>
      <p:pic>
        <p:nvPicPr>
          <p:cNvPr id="3" name="Picture 15" descr="A picture containing text, flag&#10;&#10;Description automatically generated">
            <a:extLst>
              <a:ext uri="{FF2B5EF4-FFF2-40B4-BE49-F238E27FC236}">
                <a16:creationId xmlns:a16="http://schemas.microsoft.com/office/drawing/2014/main" id="{54CACE9D-C385-4C62-B4E7-1F0AE839B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901" y="2250884"/>
            <a:ext cx="2534524" cy="167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2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13841" y="1444496"/>
            <a:ext cx="10815781" cy="4126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endParaRPr lang="zh-CN" altLang="en-US" sz="3600">
              <a:latin typeface="+mn-lt"/>
              <a:ea typeface="SimSun"/>
              <a:cs typeface="Times New Roman"/>
            </a:endParaRPr>
          </a:p>
          <a:p>
            <a:pPr marL="0" indent="0">
              <a:buNone/>
            </a:pPr>
            <a:r>
              <a:rPr lang="zh-CN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Q: 你是哪国人？</a:t>
            </a:r>
            <a:r>
              <a:rPr lang="en-US" altLang="zh-CN" sz="3600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nǐ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sz="3600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shì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 </a:t>
            </a:r>
            <a:r>
              <a:rPr lang="en-US" altLang="zh-CN" sz="3600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nǎ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sz="3600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guó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sz="3600" err="1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rén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？​</a:t>
            </a:r>
            <a:endParaRPr lang="zh-CN" altLang="en-US" sz="3600">
              <a:solidFill>
                <a:schemeClr val="accent1">
                  <a:lumMod val="75000"/>
                </a:schemeClr>
              </a:solidFill>
              <a:latin typeface="+mn-lt"/>
              <a:ea typeface="SimSun"/>
              <a:cs typeface="Times New Roman"/>
            </a:endParaRPr>
          </a:p>
          <a:p>
            <a:pPr marL="0" indent="0">
              <a:buNone/>
            </a:pPr>
            <a:r>
              <a:rPr lang="zh-CN" altLang="en-US" sz="3600">
                <a:solidFill>
                  <a:srgbClr val="C00000"/>
                </a:solidFill>
                <a:latin typeface="+mn-lt"/>
                <a:ea typeface="SimSun"/>
                <a:cs typeface="Times New Roman"/>
              </a:rPr>
              <a:t>                </a:t>
            </a:r>
            <a:r>
              <a:rPr lang="en-US" sz="3600">
                <a:solidFill>
                  <a:srgbClr val="C00000"/>
                </a:solidFill>
                <a:latin typeface="+mn-lt"/>
                <a:ea typeface="華康儷粗黑(P)"/>
                <a:cs typeface="Times New Roman"/>
              </a:rPr>
              <a:t>   </a:t>
            </a:r>
            <a:r>
              <a:rPr lang="en-US" sz="3600">
                <a:solidFill>
                  <a:schemeClr val="accent1"/>
                </a:solidFill>
                <a:latin typeface="+mn-lt"/>
                <a:ea typeface="華康儷粗黑(P)"/>
                <a:cs typeface="Times New Roman"/>
              </a:rPr>
              <a:t>  </a:t>
            </a:r>
            <a:endParaRPr lang="ja-JP" altLang="en-US" sz="3600">
              <a:solidFill>
                <a:schemeClr val="accent1"/>
              </a:solidFill>
              <a:latin typeface="+mn-lt"/>
              <a:ea typeface="華康儷粗黑(P)"/>
              <a:cs typeface="Times New Roman"/>
            </a:endParaRPr>
          </a:p>
          <a:p>
            <a:pPr fontAlgn="base"/>
            <a:endParaRPr lang="en-US" altLang="zh-CN" sz="36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HK" altLang="en-US" sz="3600">
                <a:solidFill>
                  <a:schemeClr val="accent2"/>
                </a:solidFill>
                <a:latin typeface="+mn-lt"/>
                <a:ea typeface="SimSun"/>
              </a:rPr>
              <a:t>A:  </a:t>
            </a:r>
            <a:r>
              <a:rPr lang="en-US" altLang="zh-HK" sz="3600">
                <a:solidFill>
                  <a:schemeClr val="accent2"/>
                </a:solidFill>
                <a:latin typeface="+mn-lt"/>
                <a:ea typeface="華康儷粗黑(P)"/>
              </a:rPr>
              <a:t> </a:t>
            </a:r>
            <a:r>
              <a:rPr lang="en-US" altLang="zh-HK" sz="3600" err="1">
                <a:solidFill>
                  <a:schemeClr val="accent2"/>
                </a:solidFill>
                <a:latin typeface="+mn-lt"/>
                <a:ea typeface="華康儷粗黑(P)"/>
              </a:rPr>
              <a:t>Wǒ</a:t>
            </a:r>
            <a:r>
              <a:rPr lang="en-US" altLang="zh-HK" sz="3600">
                <a:solidFill>
                  <a:schemeClr val="accent2"/>
                </a:solidFill>
                <a:latin typeface="+mn-lt"/>
                <a:ea typeface="華康儷粗黑(P)"/>
              </a:rPr>
              <a:t> + </a:t>
            </a:r>
            <a:r>
              <a:rPr lang="en-US" altLang="zh-HK" sz="3600" err="1">
                <a:solidFill>
                  <a:schemeClr val="accent2"/>
                </a:solidFill>
                <a:latin typeface="+mn-lt"/>
                <a:ea typeface="華康儷粗黑(P)"/>
              </a:rPr>
              <a:t>shì</a:t>
            </a:r>
            <a:r>
              <a:rPr lang="en-US" altLang="zh-HK" sz="3600">
                <a:solidFill>
                  <a:schemeClr val="accent2"/>
                </a:solidFill>
                <a:latin typeface="+mn-lt"/>
                <a:ea typeface="華康儷粗黑(P)"/>
              </a:rPr>
              <a:t> +  country + </a:t>
            </a:r>
            <a:r>
              <a:rPr lang="en-US" altLang="zh-HK" sz="3600" err="1">
                <a:solidFill>
                  <a:schemeClr val="accent2"/>
                </a:solidFill>
                <a:latin typeface="+mn-lt"/>
                <a:ea typeface="華康儷粗黑(P)"/>
              </a:rPr>
              <a:t>rén</a:t>
            </a:r>
            <a:endParaRPr lang="zh-CN" altLang="en-US" sz="3600" err="1">
              <a:solidFill>
                <a:schemeClr val="accent2"/>
              </a:solidFill>
              <a:latin typeface="Calibri" panose="020F0502020204030204"/>
              <a:ea typeface="SimSun" panose="02010600030101010101" pitchFamily="2" charset="-122"/>
              <a:cs typeface="Calibri"/>
            </a:endParaRPr>
          </a:p>
          <a:p>
            <a:endParaRPr lang="en-US" altLang="zh-CN">
              <a:solidFill>
                <a:srgbClr val="ED7D31"/>
              </a:solidFill>
              <a:latin typeface="Calibri" panose="020F0502020204030204"/>
              <a:ea typeface="SimSun" panose="02010600030101010101" pitchFamily="2" charset="-122"/>
              <a:cs typeface="Calibri"/>
            </a:endParaRPr>
          </a:p>
          <a:p>
            <a:pPr fontAlgn="base"/>
            <a:endParaRPr lang="en-US" altLang="zh-CN">
              <a:solidFill>
                <a:srgbClr val="ED7D31"/>
              </a:solidFill>
              <a:latin typeface="Calibri" panose="020F0502020204030204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zh-HK" altLang="en-US"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Where are you from?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237E1-EFD0-22A0-1089-055EB55A436C}"/>
              </a:ext>
            </a:extLst>
          </p:cNvPr>
          <p:cNvSpPr txBox="1"/>
          <p:nvPr/>
        </p:nvSpPr>
        <p:spPr>
          <a:xfrm>
            <a:off x="1820173" y="2725947"/>
            <a:ext cx="2743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700">
                <a:solidFill>
                  <a:srgbClr val="C00000"/>
                </a:solidFill>
                <a:ea typeface="+mn-lt"/>
                <a:cs typeface="+mn-lt"/>
              </a:rPr>
              <a:t> 哪 </a:t>
            </a:r>
            <a:r>
              <a:rPr lang="en-US" sz="2700" err="1">
                <a:solidFill>
                  <a:srgbClr val="C00000"/>
                </a:solidFill>
                <a:ea typeface="+mn-lt"/>
                <a:cs typeface="+mn-lt"/>
              </a:rPr>
              <a:t>nǎ:which</a:t>
            </a:r>
            <a:endParaRPr lang="en-US" err="1"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5B350-A023-9238-9CC0-9358903F53A0}"/>
              </a:ext>
            </a:extLst>
          </p:cNvPr>
          <p:cNvSpPr txBox="1"/>
          <p:nvPr/>
        </p:nvSpPr>
        <p:spPr>
          <a:xfrm>
            <a:off x="3919267" y="2725946"/>
            <a:ext cx="2743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700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zh-CN" sz="2700">
                <a:solidFill>
                  <a:schemeClr val="accent1"/>
                </a:solidFill>
                <a:ea typeface="+mn-lt"/>
                <a:cs typeface="+mn-lt"/>
              </a:rPr>
              <a:t>国 </a:t>
            </a:r>
            <a:r>
              <a:rPr lang="en-US" altLang="zh-CN" sz="2700" err="1">
                <a:solidFill>
                  <a:schemeClr val="accent1"/>
                </a:solidFill>
                <a:ea typeface="+mn-lt"/>
                <a:cs typeface="+mn-lt"/>
              </a:rPr>
              <a:t>guó</a:t>
            </a:r>
            <a:r>
              <a:rPr lang="es-ES" altLang="zh-CN" sz="270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sz="2700">
                <a:solidFill>
                  <a:schemeClr val="accent1"/>
                </a:solidFill>
                <a:ea typeface="+mn-lt"/>
                <a:cs typeface="+mn-lt"/>
              </a:rPr>
              <a:t>:country</a:t>
            </a:r>
            <a:endParaRPr lang="en-US" err="1">
              <a:solidFill>
                <a:schemeClr val="accent1"/>
              </a:solidFill>
              <a:cs typeface="Calibri" panose="020F0502020204030204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FC77BB4-FCAE-AFBC-6C16-5E035F16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98" y="2768720"/>
            <a:ext cx="5732252" cy="4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4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56792" y="2114544"/>
            <a:ext cx="10515600" cy="3653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r>
              <a:rPr lang="zh-CN" altLang="zh-CN"/>
              <a:t> </a:t>
            </a:r>
            <a:endParaRPr lang="en-US" altLang="zh-CN">
              <a:solidFill>
                <a:schemeClr val="accent1"/>
              </a:solidFill>
            </a:endParaRPr>
          </a:p>
          <a:p>
            <a:pPr marL="0" indent="0" fontAlgn="base">
              <a:buNone/>
            </a:pPr>
            <a:r>
              <a:rPr lang="zh-CN" altLang="zh-CN"/>
              <a:t>你是中国人吗</a:t>
            </a:r>
            <a:r>
              <a:rPr lang="en-US" altLang="zh-CN">
                <a:ea typeface="華康細明體" panose="02020309000000000000"/>
              </a:rPr>
              <a:t>?</a:t>
            </a:r>
          </a:p>
          <a:p>
            <a:pPr marL="0" indent="0" fontAlgn="base">
              <a:buNone/>
            </a:pPr>
            <a:r>
              <a:rPr lang="en-US" altLang="zh-CN" err="1">
                <a:ea typeface="華康細明體" panose="02020309000000000000"/>
              </a:rPr>
              <a:t>Nǐ</a:t>
            </a:r>
            <a:r>
              <a:rPr lang="en-US" altLang="zh-CN">
                <a:ea typeface="華康細明體" panose="02020309000000000000"/>
              </a:rPr>
              <a:t> </a:t>
            </a:r>
            <a:r>
              <a:rPr lang="en-US" altLang="zh-CN" err="1">
                <a:ea typeface="華康細明體" panose="02020309000000000000"/>
              </a:rPr>
              <a:t>shì</a:t>
            </a:r>
            <a:r>
              <a:rPr lang="en-US" altLang="zh-CN">
                <a:ea typeface="華康細明體" panose="02020309000000000000"/>
              </a:rPr>
              <a:t> </a:t>
            </a:r>
            <a:r>
              <a:rPr lang="en-US" altLang="zh-CN" err="1">
                <a:ea typeface="華康細明體" panose="02020309000000000000"/>
              </a:rPr>
              <a:t>Zhōngguó</a:t>
            </a:r>
            <a:r>
              <a:rPr lang="en-US" altLang="zh-CN">
                <a:ea typeface="華康細明體" panose="02020309000000000000"/>
              </a:rPr>
              <a:t> </a:t>
            </a:r>
            <a:r>
              <a:rPr lang="en-US" altLang="zh-CN" err="1">
                <a:ea typeface="華康細明體" panose="02020309000000000000"/>
              </a:rPr>
              <a:t>rén</a:t>
            </a:r>
            <a:r>
              <a:rPr lang="en-US" altLang="zh-CN">
                <a:ea typeface="華康細明體" panose="02020309000000000000"/>
              </a:rPr>
              <a:t> ma?</a:t>
            </a:r>
            <a:r>
              <a:rPr lang="en-US" altLang="zh-CN">
                <a:solidFill>
                  <a:schemeClr val="accent1"/>
                </a:solidFill>
                <a:ea typeface="華康儷粗黑(P)"/>
              </a:rPr>
              <a:t>​</a:t>
            </a:r>
          </a:p>
          <a:p>
            <a:pPr marL="0" indent="0" fontAlgn="base">
              <a:buNone/>
            </a:pPr>
            <a:endParaRPr lang="en-US" altLang="zh-CN">
              <a:solidFill>
                <a:schemeClr val="accent1"/>
              </a:solidFill>
              <a:ea typeface="華康儷粗黑(P)"/>
            </a:endParaRPr>
          </a:p>
          <a:p>
            <a:pPr fontAlgn="base"/>
            <a:endParaRPr lang="en-US" altLang="zh-CN"/>
          </a:p>
          <a:p>
            <a:endParaRPr lang="zh-HK" altLang="en-US">
              <a:solidFill>
                <a:schemeClr val="tx1"/>
              </a:solidFill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Where are you from?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2213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74145" y="1296164"/>
            <a:ext cx="10374086" cy="462233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fontAlgn="base"/>
            <a:endParaRPr lang="en-US" altLang="zh-CN" sz="3100">
              <a:solidFill>
                <a:schemeClr val="accent5">
                  <a:lumMod val="50000"/>
                </a:schemeClr>
              </a:solidFill>
              <a:latin typeface="Calibri Light"/>
              <a:ea typeface="SimSun"/>
              <a:cs typeface="Calibri Light"/>
            </a:endParaRPr>
          </a:p>
          <a:p>
            <a:pPr marL="0" indent="0" fontAlgn="base">
              <a:buNone/>
            </a:pPr>
            <a:r>
              <a:rPr lang="en-US" altLang="zh-CN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 Q:  </a:t>
            </a:r>
            <a:r>
              <a:rPr lang="zh-CN" altLang="zh-CN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你是中国人吗</a:t>
            </a:r>
            <a:r>
              <a:rPr lang="en-US" altLang="zh-CN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?  </a:t>
            </a:r>
          </a:p>
          <a:p>
            <a:pPr marL="0" indent="0" fontAlgn="base">
              <a:buNone/>
            </a:pPr>
            <a:r>
              <a:rPr lang="en-US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        </a:t>
            </a:r>
            <a:r>
              <a:rPr lang="en-US" sz="3300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Nǐ</a:t>
            </a:r>
            <a:r>
              <a:rPr lang="en-US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sz="3300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sz="3300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Zhōngguó</a:t>
            </a:r>
            <a:r>
              <a:rPr lang="en-US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sz="3300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rén</a:t>
            </a:r>
            <a:r>
              <a:rPr lang="en-US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ma?  </a:t>
            </a:r>
            <a:r>
              <a:rPr lang="en-US" altLang="zh-CN" sz="3300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Are you Chinese?</a:t>
            </a:r>
            <a:endParaRPr lang="en-US" sz="3300">
              <a:solidFill>
                <a:schemeClr val="accent2">
                  <a:lumMod val="75000"/>
                </a:schemeClr>
              </a:solidFill>
              <a:latin typeface="Calibri Light"/>
              <a:ea typeface="SimSun"/>
              <a:cs typeface="Calibri Light"/>
            </a:endParaRPr>
          </a:p>
          <a:p>
            <a:endParaRPr lang="en-US" altLang="zh-CN">
              <a:solidFill>
                <a:schemeClr val="accent1"/>
              </a:solidFill>
              <a:latin typeface="Calibri"/>
              <a:ea typeface="華康儷粗黑(P)"/>
              <a:cs typeface="Calibri"/>
            </a:endParaRPr>
          </a:p>
          <a:p>
            <a:pPr marL="0" indent="0" fontAlgn="base">
              <a:buNone/>
            </a:pPr>
            <a:r>
              <a:rPr lang="en-US" altLang="zh-CN">
                <a:ea typeface="華康儷粗黑(P)"/>
              </a:rPr>
              <a:t>   A</a:t>
            </a:r>
            <a:r>
              <a:rPr lang="en-US" altLang="zh-CN">
                <a:solidFill>
                  <a:srgbClr val="000000"/>
                </a:solidFill>
                <a:latin typeface="Calibri Light"/>
                <a:ea typeface="華康儷粗黑(P)"/>
                <a:cs typeface="Calibri Light"/>
              </a:rPr>
              <a:t>:  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zh-CN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是，我是中国人。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,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wǒ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 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Zhōngguó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rén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.</a:t>
            </a:r>
            <a:r>
              <a:rPr lang="zh-CN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​</a:t>
            </a:r>
          </a:p>
          <a:p>
            <a:pPr marL="0" indent="0" fontAlgn="base">
              <a:buNone/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         Yes, I am Chinese.</a:t>
            </a:r>
          </a:p>
          <a:p>
            <a:endParaRPr lang="en-US" altLang="zh-CN">
              <a:solidFill>
                <a:schemeClr val="accent2">
                  <a:lumMod val="75000"/>
                </a:schemeClr>
              </a:solidFill>
              <a:latin typeface="Calibri Light"/>
              <a:ea typeface="SimSun"/>
              <a:cs typeface="Calibri Light"/>
            </a:endParaRPr>
          </a:p>
          <a:p>
            <a:pPr marL="0" indent="0" fontAlgn="base">
              <a:buNone/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       </a:t>
            </a:r>
            <a:r>
              <a:rPr lang="zh-CN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不是，我不是中国人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。B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ú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, 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wǒ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bú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 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Zhōngguó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rén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</a:t>
            </a:r>
            <a:r>
              <a:rPr lang="zh-CN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。</a:t>
            </a:r>
            <a:endParaRPr lang="en-US" altLang="zh-CN">
              <a:solidFill>
                <a:schemeClr val="accent2">
                  <a:lumMod val="7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pPr marL="0" indent="0" fontAlgn="base">
              <a:buNone/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SimSun"/>
                <a:cs typeface="Calibri Light"/>
              </a:rPr>
              <a:t>          No, I am not Chinese.</a:t>
            </a:r>
          </a:p>
          <a:p>
            <a:pPr marL="0" indent="0" fontAlgn="base">
              <a:buNone/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alibri Light"/>
                <a:ea typeface="華康儷粗黑(P)"/>
                <a:cs typeface="Calibri Light"/>
              </a:rPr>
              <a:t>​</a:t>
            </a:r>
          </a:p>
          <a:p>
            <a:endParaRPr lang="zh-HK" altLang="en-US">
              <a:solidFill>
                <a:schemeClr val="tx1"/>
              </a:solidFill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Where are you from?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627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540841" y="1617678"/>
            <a:ext cx="10688781" cy="39536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altLang="zh-CN">
                <a:latin typeface="Calibri Light"/>
                <a:ea typeface="SimSun"/>
                <a:cs typeface="Calibri Light"/>
              </a:rPr>
              <a:t>​</a:t>
            </a:r>
            <a:endParaRPr lang="en-US">
              <a:latin typeface="Calibri Light"/>
              <a:cs typeface="Calibri Light"/>
            </a:endParaRPr>
          </a:p>
          <a:p>
            <a:pPr marL="0" indent="0" fontAlgn="base">
              <a:buNone/>
            </a:pPr>
            <a:r>
              <a:rPr lang="zh-CN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我是中国人，你呢？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​(</a:t>
            </a:r>
            <a:r>
              <a:rPr lang="en-US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 I am Chinese, How about you? )</a:t>
            </a:r>
            <a:endParaRPr lang="en-US">
              <a:solidFill>
                <a:schemeClr val="accent1"/>
              </a:solidFill>
              <a:latin typeface="Times New Roman"/>
              <a:ea typeface="華康儷粗黑(P)"/>
              <a:cs typeface="Calibri Light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       </a:t>
            </a:r>
            <a:r>
              <a:rPr lang="en-US" altLang="zh-CN" err="1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Wǒ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zhōngguó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rén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HK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, </a:t>
            </a:r>
            <a:r>
              <a:rPr lang="en-US" altLang="zh-CN" err="1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nǐ</a:t>
            </a:r>
            <a:r>
              <a:rPr lang="en-US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 ne?</a:t>
            </a:r>
            <a:r>
              <a:rPr lang="zh-HK" altLang="zh-CN">
                <a:solidFill>
                  <a:schemeClr val="accent1"/>
                </a:solidFill>
                <a:latin typeface="Times New Roman"/>
                <a:ea typeface="SimSun"/>
                <a:cs typeface="Calibri Light"/>
              </a:rPr>
              <a:t>​</a:t>
            </a:r>
            <a:endParaRPr lang="en-US" altLang="zh-HK">
              <a:solidFill>
                <a:schemeClr val="accent1"/>
              </a:solidFill>
              <a:latin typeface="Times New Roman"/>
              <a:ea typeface="Calibri Light"/>
              <a:cs typeface="Calibri Light"/>
            </a:endParaRPr>
          </a:p>
          <a:p>
            <a:pPr marL="0" indent="0" fontAlgn="base">
              <a:buNone/>
            </a:pPr>
            <a:endParaRPr lang="en-US" altLang="zh-HK">
              <a:latin typeface="Times New Roman"/>
              <a:ea typeface="SimSun" panose="02010600030101010101" pitchFamily="2" charset="-122"/>
              <a:cs typeface="Calibri" panose="020F0502020204030204"/>
            </a:endParaRPr>
          </a:p>
          <a:p>
            <a:pPr marL="0" indent="0" fontAlgn="base">
              <a:buNone/>
            </a:pPr>
            <a:endParaRPr lang="en-US" altLang="zh-HK">
              <a:latin typeface="Times New Roman"/>
              <a:ea typeface="SimSun"/>
              <a:cs typeface="Calibri"/>
            </a:endParaRPr>
          </a:p>
          <a:p>
            <a:pPr marL="0" indent="0" fontAlgn="base">
              <a:buNone/>
            </a:pPr>
            <a:r>
              <a:rPr lang="zh-HK" altLang="en-US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我是美国人</a:t>
            </a:r>
            <a:r>
              <a:rPr lang="zh-CN" altLang="en-US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。(</a:t>
            </a:r>
            <a:r>
              <a:rPr lang="en-US" altLang="zh-CN">
                <a:solidFill>
                  <a:schemeClr val="accent2"/>
                </a:solidFill>
                <a:latin typeface="Times New Roman"/>
                <a:ea typeface="華康儷粗黑(P)"/>
                <a:cs typeface="Calibri Light"/>
              </a:rPr>
              <a:t>I am American.)</a:t>
            </a:r>
            <a:endParaRPr lang="zh-HK" altLang="zh-CN">
              <a:solidFill>
                <a:schemeClr val="accent2"/>
              </a:solidFill>
              <a:latin typeface="Times New Roman"/>
              <a:ea typeface="SimSun"/>
              <a:cs typeface="Calibri Light"/>
            </a:endParaRPr>
          </a:p>
          <a:p>
            <a:pPr marL="0" indent="0">
              <a:buNone/>
            </a:pPr>
            <a:r>
              <a:rPr lang="en-US" altLang="zh-HK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         </a:t>
            </a:r>
            <a:r>
              <a:rPr lang="en-US" altLang="zh-HK" err="1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W</a:t>
            </a:r>
            <a:r>
              <a:rPr lang="en-US" altLang="zh-CN" err="1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ǒ</a:t>
            </a:r>
            <a:r>
              <a:rPr lang="en-US" altLang="zh-CN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shì</a:t>
            </a:r>
            <a:r>
              <a:rPr lang="en-US" altLang="zh-CN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měiguó</a:t>
            </a:r>
            <a:r>
              <a:rPr lang="en-US" altLang="zh-CN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 </a:t>
            </a:r>
            <a:r>
              <a:rPr lang="en-US" altLang="zh-CN" err="1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rén</a:t>
            </a:r>
            <a:r>
              <a:rPr lang="en-US" altLang="zh-CN">
                <a:solidFill>
                  <a:schemeClr val="accent2"/>
                </a:solidFill>
                <a:latin typeface="Times New Roman"/>
                <a:ea typeface="SimSun"/>
                <a:cs typeface="Calibri Light"/>
              </a:rPr>
              <a:t>.</a:t>
            </a:r>
            <a:endParaRPr lang="zh-HK" altLang="zh-CN">
              <a:solidFill>
                <a:schemeClr val="accent2"/>
              </a:solidFill>
              <a:latin typeface="Times New Roman"/>
              <a:ea typeface="SimSun"/>
              <a:cs typeface="Calibri Light"/>
            </a:endParaRPr>
          </a:p>
          <a:p>
            <a:pPr marL="0" indent="0" fontAlgn="base">
              <a:buNone/>
            </a:pPr>
            <a:r>
              <a:rPr lang="en-US" altLang="zh-CN">
                <a:latin typeface="Calibri Light"/>
                <a:ea typeface="華康儷粗黑(P)"/>
                <a:cs typeface="Calibri Light"/>
              </a:rPr>
              <a:t>​</a:t>
            </a:r>
          </a:p>
          <a:p>
            <a:endParaRPr lang="zh-HK" altLang="en-US">
              <a:solidFill>
                <a:schemeClr val="tx1"/>
              </a:solidFill>
              <a:latin typeface="華康儷細黑" panose="020B0309000000000000" pitchFamily="49" charset="-120"/>
              <a:ea typeface="華康儷細黑" panose="020B0309000000000000" pitchFamily="49" charset="-120"/>
              <a:cs typeface="華康細明體" panose="02020309000000000000" pitchFamily="49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Where are you from?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08FAE40A-CF57-6570-F421-667EE10E5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35047" y="3476194"/>
            <a:ext cx="2743199" cy="1758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7A2BEA-F67B-F401-C5E4-367614B4DBD5}"/>
              </a:ext>
            </a:extLst>
          </p:cNvPr>
          <p:cNvSpPr txBox="1"/>
          <p:nvPr/>
        </p:nvSpPr>
        <p:spPr>
          <a:xfrm>
            <a:off x="7735047" y="5653181"/>
            <a:ext cx="27432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r>
              <a:rPr lang="en-US">
                <a:ea typeface="Calibri"/>
                <a:cs typeface="Calibri"/>
              </a:rPr>
              <a:t>Contributor: DragonTiger8</a:t>
            </a:r>
          </a:p>
        </p:txBody>
      </p:sp>
    </p:spTree>
    <p:extLst>
      <p:ext uri="{BB962C8B-B14F-4D97-AF65-F5344CB8AC3E}">
        <p14:creationId xmlns:p14="http://schemas.microsoft.com/office/powerpoint/2010/main" val="4256173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99836" y="1716768"/>
            <a:ext cx="8291382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latin typeface="華康儷粗黑(P)" panose="020B0700000000000000" pitchFamily="34" charset="-120"/>
                <a:ea typeface="華康儷粗黑(P)"/>
              </a:rPr>
              <a:t>Thanks for watching.</a:t>
            </a:r>
            <a:endParaRPr lang="en-US" altLang="zh-TW" sz="4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500">
                <a:solidFill>
                  <a:srgbClr val="C8B10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The end</a:t>
            </a:r>
            <a:endParaRPr lang="zh-TW" altLang="en-US" sz="3500">
              <a:solidFill>
                <a:srgbClr val="C8B1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9B477A3-BF66-4AE7-80DD-B9BE3B4D8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971" y="3375625"/>
            <a:ext cx="5974896" cy="21886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6AE1B-F38D-4094-80F0-82F7F7098937}"/>
              </a:ext>
            </a:extLst>
          </p:cNvPr>
          <p:cNvSpPr txBox="1"/>
          <p:nvPr/>
        </p:nvSpPr>
        <p:spPr>
          <a:xfrm>
            <a:off x="6765471" y="594904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Credit: Evegesha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85333-0915-463D-A98E-553EE28079FF}"/>
              </a:ext>
            </a:extLst>
          </p:cNvPr>
          <p:cNvSpPr txBox="1"/>
          <p:nvPr/>
        </p:nvSpPr>
        <p:spPr>
          <a:xfrm>
            <a:off x="8248650" y="6411686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Note: All pictures come from </a:t>
            </a:r>
            <a:r>
              <a:rPr lang="en-US" sz="800" err="1"/>
              <a:t>ShutterStock</a:t>
            </a:r>
            <a:r>
              <a:rPr lang="en-US" sz="800"/>
              <a:t> and creative commons</a:t>
            </a:r>
          </a:p>
        </p:txBody>
      </p:sp>
    </p:spTree>
    <p:extLst>
      <p:ext uri="{BB962C8B-B14F-4D97-AF65-F5344CB8AC3E}">
        <p14:creationId xmlns:p14="http://schemas.microsoft.com/office/powerpoint/2010/main" val="192740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50D1DB6-92E9-4F99-B527-CEF22AD30156}" vid="{E298C0C1-F822-4F01-87DA-909A022E3F3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Application>Microsoft Office PowerPoint</Application>
  <PresentationFormat>Widescreen</PresentationFormat>
  <Slides>13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 Zhikai</dc:creator>
  <cp:revision>57</cp:revision>
  <dcterms:created xsi:type="dcterms:W3CDTF">2022-03-26T09:15:42Z</dcterms:created>
  <dcterms:modified xsi:type="dcterms:W3CDTF">2022-06-22T04:36:02Z</dcterms:modified>
</cp:coreProperties>
</file>